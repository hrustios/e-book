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356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1995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68" r:id="rId4"/>
    <p:sldLayoutId id="2147483678" r:id="rId5"/>
    <p:sldLayoutId id="2147483681" r:id="rId6"/>
    <p:sldLayoutId id="2147483690" r:id="rId7"/>
    <p:sldLayoutId id="2147483691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microsoft.com/office/2007/relationships/hdphoto" Target="../media/hdphoto5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3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832254" y="3675277"/>
            <a:ext cx="4010056" cy="7926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>
                <a:solidFill>
                  <a:schemeClr val="accent4">
                    <a:lumMod val="75000"/>
                  </a:schemeClr>
                </a:solidFill>
              </a:rPr>
              <a:t>Домашняя библиотека </a:t>
            </a:r>
            <a:r>
              <a:rPr lang="en-US" sz="5100" dirty="0">
                <a:solidFill>
                  <a:schemeClr val="accent4">
                    <a:lumMod val="75000"/>
                  </a:schemeClr>
                </a:solidFill>
              </a:rPr>
              <a:t>E-Book</a:t>
            </a:r>
            <a:endParaRPr sz="5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405024" y="3669236"/>
            <a:ext cx="4424617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kern="12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</a:t>
            </a: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личный кабинет с гибкой настройкой статусов («читаю», «прочитано», «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желаемое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разработать систему отслеживания прогресса чтения, активности пользователей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Диаграмма</a:t>
            </a:r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 Ганта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Диаграмма</a:t>
            </a:r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Диаграмма</a:t>
            </a:r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15697" y="903221"/>
            <a:ext cx="6886543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  <p:pic>
        <p:nvPicPr>
          <p:cNvPr id="3" name="Рисунок 2" descr="Изображение выглядит как текст, снимок экрана, число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A6F6FB-9918-45D7-378E-DE851204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432" y="998220"/>
            <a:ext cx="6147136" cy="392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A6B3EB-8073-BE6F-0DAB-AAA57424B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495" b="96603" l="3261" r="98234">
                        <a14:foregroundMark x1="5027" y1="43342" x2="3668" y2="58016"/>
                        <a14:foregroundMark x1="3668" y1="58016" x2="3261" y2="58016"/>
                        <a14:foregroundMark x1="49728" y1="7337" x2="59375" y2="4755"/>
                        <a14:foregroundMark x1="59375" y1="4755" x2="59375" y2="4755"/>
                        <a14:foregroundMark x1="48234" y1="1495" x2="50136" y2="1495"/>
                        <a14:foregroundMark x1="39538" y1="64810" x2="45788" y2="88723"/>
                        <a14:foregroundMark x1="45788" y1="88723" x2="58832" y2="92255"/>
                        <a14:foregroundMark x1="58832" y1="92255" x2="58696" y2="91304"/>
                        <a14:foregroundMark x1="56114" y1="64946" x2="83152" y2="52174"/>
                        <a14:foregroundMark x1="83152" y1="52174" x2="84103" y2="48641"/>
                        <a14:foregroundMark x1="83016" y1="28668" x2="94429" y2="44022"/>
                        <a14:foregroundMark x1="94429" y1="44022" x2="94429" y2="44973"/>
                        <a14:foregroundMark x1="85326" y1="63859" x2="94429" y2="50408"/>
                        <a14:foregroundMark x1="94429" y1="50408" x2="94565" y2="48505"/>
                        <a14:foregroundMark x1="54212" y1="53940" x2="43614" y2="53533"/>
                        <a14:foregroundMark x1="43614" y1="53533" x2="30571" y2="57337"/>
                        <a14:foregroundMark x1="30571" y1="57337" x2="29484" y2="60190"/>
                        <a14:foregroundMark x1="32337" y1="94429" x2="47690" y2="96739"/>
                        <a14:foregroundMark x1="47690" y1="96739" x2="55163" y2="96603"/>
                        <a14:foregroundMark x1="77038" y1="43207" x2="76902" y2="43750"/>
                        <a14:foregroundMark x1="97554" y1="39538" x2="98234" y2="53397"/>
                        <a14:foregroundMark x1="30978" y1="55163" x2="33560" y2="54348"/>
                        <a14:foregroundMark x1="31386" y1="54484" x2="33152" y2="536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896" y="1476203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E439F67-1ABA-7583-5B40-4E32F922F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333" b="90000" l="4701" r="95299">
                        <a14:foregroundMark x1="14530" y1="11333" x2="16239" y2="38000"/>
                        <a14:foregroundMark x1="5128" y1="19333" x2="11538" y2="29667"/>
                        <a14:foregroundMark x1="21795" y1="14000" x2="36325" y2="57667"/>
                        <a14:foregroundMark x1="36325" y1="57667" x2="36325" y2="57667"/>
                        <a14:foregroundMark x1="14957" y1="38000" x2="57692" y2="62000"/>
                        <a14:foregroundMark x1="57692" y1="62000" x2="66667" y2="65667"/>
                        <a14:foregroundMark x1="93162" y1="64667" x2="95726" y2="64000"/>
                        <a14:foregroundMark x1="12393" y1="2333" x2="14957" y2="9333"/>
                        <a14:foregroundMark x1="21795" y1="9000" x2="23077" y2="13333"/>
                        <a14:foregroundMark x1="18376" y1="10000" x2="20085" y2="18000"/>
                        <a14:foregroundMark x1="13248" y1="43000" x2="30769" y2="56667"/>
                        <a14:foregroundMark x1="29915" y1="58667" x2="24359" y2="55667"/>
                        <a14:foregroundMark x1="41880" y1="64667" x2="41880" y2="64667"/>
                        <a14:foregroundMark x1="59402" y1="67667" x2="59402" y2="67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50" t="-2442" r="1150" b="24842"/>
          <a:stretch/>
        </p:blipFill>
        <p:spPr bwMode="auto">
          <a:xfrm>
            <a:off x="5224772" y="1476203"/>
            <a:ext cx="8872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72E4294E-EBB3-0735-B74E-C253D6266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61" y="2681544"/>
            <a:ext cx="914401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51F66B9-22A5-E74C-09D9-E59592AA6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918" b="89946" l="8832" r="89946">
                        <a14:foregroundMark x1="8832" y1="42391" x2="8967" y2="44701"/>
                        <a14:foregroundMark x1="34783" y1="34918" x2="28261" y2="43071"/>
                        <a14:backgroundMark x1="36821" y1="35734" x2="36821" y2="35734"/>
                        <a14:backgroundMark x1="32201" y1="50815" x2="32201" y2="50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6370" r="54590" b="32611"/>
          <a:stretch/>
        </p:blipFill>
        <p:spPr bwMode="auto">
          <a:xfrm>
            <a:off x="6844007" y="2615351"/>
            <a:ext cx="1118894" cy="1010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одзаголовок 18">
            <a:extLst>
              <a:ext uri="{FF2B5EF4-FFF2-40B4-BE49-F238E27FC236}">
                <a16:creationId xmlns:a16="http://schemas.microsoft.com/office/drawing/2014/main" id="{FB7B273E-1745-E932-0072-C780D6715772}"/>
              </a:ext>
            </a:extLst>
          </p:cNvPr>
          <p:cNvSpPr txBox="1">
            <a:spLocks/>
          </p:cNvSpPr>
          <p:nvPr/>
        </p:nvSpPr>
        <p:spPr>
          <a:xfrm>
            <a:off x="47833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Flask</a:t>
            </a:r>
            <a:endParaRPr lang="ru-RU" sz="1100" dirty="0"/>
          </a:p>
        </p:txBody>
      </p:sp>
      <p:sp>
        <p:nvSpPr>
          <p:cNvPr id="7" name="Подзаголовок 18">
            <a:extLst>
              <a:ext uri="{FF2B5EF4-FFF2-40B4-BE49-F238E27FC236}">
                <a16:creationId xmlns:a16="http://schemas.microsoft.com/office/drawing/2014/main" id="{D385949D-9E44-5BE9-53D4-89525AB4E3E5}"/>
              </a:ext>
            </a:extLst>
          </p:cNvPr>
          <p:cNvSpPr txBox="1">
            <a:spLocks/>
          </p:cNvSpPr>
          <p:nvPr/>
        </p:nvSpPr>
        <p:spPr>
          <a:xfrm>
            <a:off x="6088021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Python</a:t>
            </a:r>
            <a:endParaRPr lang="ru-RU" sz="1100" dirty="0"/>
          </a:p>
        </p:txBody>
      </p:sp>
      <p:sp>
        <p:nvSpPr>
          <p:cNvPr id="8" name="Подзаголовок 18">
            <a:extLst>
              <a:ext uri="{FF2B5EF4-FFF2-40B4-BE49-F238E27FC236}">
                <a16:creationId xmlns:a16="http://schemas.microsoft.com/office/drawing/2014/main" id="{311C8D8C-3CE9-5A38-EE12-AB292ADA432C}"/>
              </a:ext>
            </a:extLst>
          </p:cNvPr>
          <p:cNvSpPr txBox="1">
            <a:spLocks/>
          </p:cNvSpPr>
          <p:nvPr/>
        </p:nvSpPr>
        <p:spPr>
          <a:xfrm>
            <a:off x="5345952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PyCharm</a:t>
            </a:r>
            <a:endParaRPr lang="ru-RU" sz="1100" dirty="0"/>
          </a:p>
        </p:txBody>
      </p:sp>
      <p:sp>
        <p:nvSpPr>
          <p:cNvPr id="9" name="Подзаголовок 18">
            <a:extLst>
              <a:ext uri="{FF2B5EF4-FFF2-40B4-BE49-F238E27FC236}">
                <a16:creationId xmlns:a16="http://schemas.microsoft.com/office/drawing/2014/main" id="{8819CD78-A5B3-69A8-2795-B14F9DFB9817}"/>
              </a:ext>
            </a:extLst>
          </p:cNvPr>
          <p:cNvSpPr txBox="1">
            <a:spLocks/>
          </p:cNvSpPr>
          <p:nvPr/>
        </p:nvSpPr>
        <p:spPr>
          <a:xfrm>
            <a:off x="6749333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SQLite</a:t>
            </a:r>
            <a:endParaRPr lang="ru-RU" sz="1100" dirty="0"/>
          </a:p>
        </p:txBody>
      </p:sp>
      <p:pic>
        <p:nvPicPr>
          <p:cNvPr id="11" name="Рисунок 10" descr="Изображение выглядит как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507783-DF15-758E-F22A-D856C47515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80104" y="1363984"/>
            <a:ext cx="1065555" cy="1065555"/>
          </a:xfrm>
          <a:prstGeom prst="rect">
            <a:avLst/>
          </a:prstGeom>
        </p:spPr>
      </p:pic>
      <p:sp>
        <p:nvSpPr>
          <p:cNvPr id="12" name="Подзаголовок 18">
            <a:extLst>
              <a:ext uri="{FF2B5EF4-FFF2-40B4-BE49-F238E27FC236}">
                <a16:creationId xmlns:a16="http://schemas.microsoft.com/office/drawing/2014/main" id="{BAA03CCE-1C9B-36BC-1211-FB6FF03739AD}"/>
              </a:ext>
            </a:extLst>
          </p:cNvPr>
          <p:cNvSpPr txBox="1">
            <a:spLocks/>
          </p:cNvSpPr>
          <p:nvPr/>
        </p:nvSpPr>
        <p:spPr>
          <a:xfrm>
            <a:off x="7326803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Supbase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>
                <a:solidFill>
                  <a:schemeClr val="accent4">
                    <a:lumMod val="75000"/>
                  </a:schemeClr>
                </a:solidFill>
              </a:rPr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43884" y="907615"/>
            <a:ext cx="3456231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Над проектом очень старалась команда</a:t>
            </a:r>
            <a:r>
              <a:rPr lang="ru-RU" dirty="0"/>
              <a:t>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фронтенд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проджект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(супермегатестировщик)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712178" y="3687847"/>
            <a:ext cx="3525619" cy="7825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549155" y="1226968"/>
            <a:ext cx="7212587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dirty="0">
                <a:solidFill>
                  <a:schemeClr val="accent1">
                    <a:lumMod val="50000"/>
                  </a:schemeClr>
                </a:solidFill>
              </a:rPr>
              <a:t>Домашняя библиотека </a:t>
            </a:r>
            <a:r>
              <a:rPr lang="en-US" sz="4400" dirty="0">
                <a:solidFill>
                  <a:schemeClr val="accent1">
                    <a:lumMod val="50000"/>
                  </a:schemeClr>
                </a:solidFill>
              </a:rPr>
              <a:t>E-Book</a:t>
            </a:r>
            <a:endParaRPr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723152" y="3716630"/>
            <a:ext cx="3437463" cy="9122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2052;p93">
            <a:extLst>
              <a:ext uri="{FF2B5EF4-FFF2-40B4-BE49-F238E27FC236}">
                <a16:creationId xmlns:a16="http://schemas.microsoft.com/office/drawing/2014/main" id="{9C52C7CD-7681-BA38-3486-28006D00E8FD}"/>
              </a:ext>
            </a:extLst>
          </p:cNvPr>
          <p:cNvSpPr txBox="1">
            <a:spLocks/>
          </p:cNvSpPr>
          <p:nvPr/>
        </p:nvSpPr>
        <p:spPr>
          <a:xfrm>
            <a:off x="1473662" y="175602"/>
            <a:ext cx="6705169" cy="1157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Libre Baskerville"/>
              <a:buNone/>
              <a:defRPr sz="61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4400" dirty="0">
                <a:solidFill>
                  <a:schemeClr val="accent4">
                    <a:lumMod val="75000"/>
                  </a:schemeClr>
                </a:solidFill>
              </a:rPr>
              <a:t>Спасибо за внимание!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F19B51-A041-F15D-C47B-55E23A584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284395"/>
      </p:ext>
    </p:extLst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252</Words>
  <Application>Microsoft Office PowerPoint</Application>
  <PresentationFormat>Экран (16:9)</PresentationFormat>
  <Paragraphs>47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Roboto</vt:lpstr>
      <vt:lpstr>Merriweather</vt:lpstr>
      <vt:lpstr>Symbol</vt:lpstr>
      <vt:lpstr>Libre Baskerville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Домашняя библиотека E-Book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Mr. Hrust</cp:lastModifiedBy>
  <cp:revision>20</cp:revision>
  <dcterms:modified xsi:type="dcterms:W3CDTF">2026-04-24T05:12:02Z</dcterms:modified>
</cp:coreProperties>
</file>