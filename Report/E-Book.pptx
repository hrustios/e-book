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  <p:sldMasterId id="2147483710" r:id="rId2"/>
  </p:sldMasterIdLst>
  <p:notesMasterIdLst>
    <p:notesMasterId r:id="rId16"/>
  </p:notesMasterIdLst>
  <p:sldIdLst>
    <p:sldId id="256" r:id="rId3"/>
    <p:sldId id="352" r:id="rId4"/>
    <p:sldId id="345" r:id="rId5"/>
    <p:sldId id="346" r:id="rId6"/>
    <p:sldId id="347" r:id="rId7"/>
    <p:sldId id="350" r:id="rId8"/>
    <p:sldId id="351" r:id="rId9"/>
    <p:sldId id="353" r:id="rId10"/>
    <p:sldId id="349" r:id="rId11"/>
    <p:sldId id="354" r:id="rId12"/>
    <p:sldId id="355" r:id="rId13"/>
    <p:sldId id="344" r:id="rId14"/>
    <p:sldId id="283" r:id="rId15"/>
  </p:sldIdLst>
  <p:sldSz cx="9144000" cy="5143500" type="screen16x9"/>
  <p:notesSz cx="6858000" cy="9144000"/>
  <p:embeddedFontLst>
    <p:embeddedFont>
      <p:font typeface="Libre Baskerville" panose="02000000000000000000" pitchFamily="2" charset="0"/>
      <p:regular r:id="rId17"/>
      <p:bold r:id="rId18"/>
      <p:italic r:id="rId19"/>
      <p:boldItalic r:id="rId20"/>
    </p:embeddedFont>
    <p:embeddedFont>
      <p:font typeface="Merriweather" panose="00000500000000000000" pitchFamily="2" charset="-52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715A17-0850-434C-8461-F38C6B7AF085}">
  <a:tblStyle styleId="{06715A17-0850-434C-8461-F38C6B7AF0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15414e45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15414e45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6704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15414e45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15414e45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5567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15414e45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15414e45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591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113efd2e847_0_10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113efd2e847_0_10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9319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aa92d6a1c2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aa92d6a1c2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3159225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-3" y="0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228725" y="1288138"/>
            <a:ext cx="4200900" cy="18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1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562775" y="3062763"/>
            <a:ext cx="286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3159225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14125" y="546825"/>
            <a:ext cx="7716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176338" y="1157288"/>
            <a:ext cx="6791325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2230800" y="1304550"/>
            <a:ext cx="4682400" cy="25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SECTION_HEADER_1_3_2">
    <p:bg>
      <p:bgPr>
        <a:solidFill>
          <a:schemeClr val="lt2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85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1519237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1639987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>
            <a:spLocks noGrp="1"/>
          </p:cNvSpPr>
          <p:nvPr>
            <p:ph type="subTitle" idx="1"/>
          </p:nvPr>
        </p:nvSpPr>
        <p:spPr>
          <a:xfrm>
            <a:off x="714113" y="223553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714125" y="1743775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title" idx="2" hasCustomPrompt="1"/>
          </p:nvPr>
        </p:nvSpPr>
        <p:spPr>
          <a:xfrm>
            <a:off x="705313" y="1245763"/>
            <a:ext cx="9126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3"/>
          </p:nvPr>
        </p:nvSpPr>
        <p:spPr>
          <a:xfrm>
            <a:off x="714113" y="393838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 idx="4"/>
          </p:nvPr>
        </p:nvSpPr>
        <p:spPr>
          <a:xfrm>
            <a:off x="714125" y="3442550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 idx="5" hasCustomPrompt="1"/>
          </p:nvPr>
        </p:nvSpPr>
        <p:spPr>
          <a:xfrm>
            <a:off x="704413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6"/>
          </p:nvPr>
        </p:nvSpPr>
        <p:spPr>
          <a:xfrm>
            <a:off x="6088213" y="223553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title" idx="7"/>
          </p:nvPr>
        </p:nvSpPr>
        <p:spPr>
          <a:xfrm>
            <a:off x="6088225" y="1743775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title" idx="8" hasCustomPrompt="1"/>
          </p:nvPr>
        </p:nvSpPr>
        <p:spPr>
          <a:xfrm>
            <a:off x="7515413" y="1245763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9"/>
          </p:nvPr>
        </p:nvSpPr>
        <p:spPr>
          <a:xfrm>
            <a:off x="6088213" y="393838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 idx="13"/>
          </p:nvPr>
        </p:nvSpPr>
        <p:spPr>
          <a:xfrm>
            <a:off x="6088225" y="3442550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2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515413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2"/>
          <p:cNvSpPr txBox="1">
            <a:spLocks noGrp="1"/>
          </p:cNvSpPr>
          <p:nvPr>
            <p:ph type="title" idx="15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000" b="1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ubTitle" idx="16"/>
          </p:nvPr>
        </p:nvSpPr>
        <p:spPr>
          <a:xfrm>
            <a:off x="3401175" y="393838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 idx="17"/>
          </p:nvPr>
        </p:nvSpPr>
        <p:spPr>
          <a:xfrm>
            <a:off x="3401187" y="3442550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2">
            <a:hlinkClick r:id="" action="ppaction://noaction"/>
          </p:cNvPr>
          <p:cNvSpPr txBox="1">
            <a:spLocks noGrp="1"/>
          </p:cNvSpPr>
          <p:nvPr>
            <p:ph type="title" idx="18" hasCustomPrompt="1"/>
          </p:nvPr>
        </p:nvSpPr>
        <p:spPr>
          <a:xfrm>
            <a:off x="4113975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SECTION_HEADER_1_1_1_1_1_1">
    <p:bg>
      <p:bgPr>
        <a:solidFill>
          <a:schemeClr val="lt2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flipH="1">
            <a:off x="7083550" y="0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 flipH="1">
            <a:off x="0" y="3159225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2"/>
          <p:cNvSpPr txBox="1">
            <a:spLocks noGrp="1"/>
          </p:cNvSpPr>
          <p:nvPr>
            <p:ph type="title"/>
          </p:nvPr>
        </p:nvSpPr>
        <p:spPr>
          <a:xfrm>
            <a:off x="714125" y="54407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32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SECTION_HEADER_1_1_1_1_1_1_1_1_1">
    <p:bg>
      <p:bgPr>
        <a:solidFill>
          <a:schemeClr val="lt2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5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5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3159225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5"/>
          <p:cNvSpPr txBox="1">
            <a:spLocks noGrp="1"/>
          </p:cNvSpPr>
          <p:nvPr>
            <p:ph type="title"/>
          </p:nvPr>
        </p:nvSpPr>
        <p:spPr>
          <a:xfrm>
            <a:off x="714125" y="54407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79" name="Google Shape;279;p35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SECTION_HEADER_1_3_1_1">
    <p:bg>
      <p:bgPr>
        <a:solidFill>
          <a:schemeClr val="lt2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4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1519237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1639987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4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SECTION_HEADER_1_3_1_1_1">
    <p:bg>
      <p:bgPr>
        <a:solidFill>
          <a:schemeClr val="lt2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34" name="Google Shape;334;p45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2209800" y="0"/>
            <a:ext cx="2105025" cy="217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5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rot="10800000" flipH="1">
            <a:off x="4829175" y="2971175"/>
            <a:ext cx="2105025" cy="217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type="title">
  <p:cSld name="TITLE">
    <p:bg>
      <p:bgPr>
        <a:solidFill>
          <a:schemeClr val="lt2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47"/>
          <p:cNvGrpSpPr/>
          <p:nvPr/>
        </p:nvGrpSpPr>
        <p:grpSpPr>
          <a:xfrm>
            <a:off x="-9600" y="-33300"/>
            <a:ext cx="9153775" cy="5210100"/>
            <a:chOff x="-9600" y="-33300"/>
            <a:chExt cx="9153775" cy="5210100"/>
          </a:xfrm>
        </p:grpSpPr>
        <p:grpSp>
          <p:nvGrpSpPr>
            <p:cNvPr id="341" name="Google Shape;341;p47"/>
            <p:cNvGrpSpPr/>
            <p:nvPr/>
          </p:nvGrpSpPr>
          <p:grpSpPr>
            <a:xfrm>
              <a:off x="-9600" y="0"/>
              <a:ext cx="9153775" cy="5143507"/>
              <a:chOff x="-9600" y="0"/>
              <a:chExt cx="9153775" cy="5143507"/>
            </a:xfrm>
          </p:grpSpPr>
          <p:sp>
            <p:nvSpPr>
              <p:cNvPr id="342" name="Google Shape;342;p47"/>
              <p:cNvSpPr/>
              <p:nvPr/>
            </p:nvSpPr>
            <p:spPr>
              <a:xfrm rot="5400000">
                <a:off x="8453186" y="4452694"/>
                <a:ext cx="514463" cy="867163"/>
              </a:xfrm>
              <a:custGeom>
                <a:avLst/>
                <a:gdLst/>
                <a:ahLst/>
                <a:cxnLst/>
                <a:rect l="l" t="t" r="r" b="b"/>
                <a:pathLst>
                  <a:path w="29078" h="49013" extrusionOk="0">
                    <a:moveTo>
                      <a:pt x="29077" y="0"/>
                    </a:moveTo>
                    <a:lnTo>
                      <a:pt x="0" y="29565"/>
                    </a:lnTo>
                    <a:lnTo>
                      <a:pt x="0" y="49013"/>
                    </a:lnTo>
                    <a:lnTo>
                      <a:pt x="29077" y="19448"/>
                    </a:lnTo>
                    <a:lnTo>
                      <a:pt x="2907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3" name="Google Shape;343;p47"/>
              <p:cNvSpPr/>
              <p:nvPr/>
            </p:nvSpPr>
            <p:spPr>
              <a:xfrm rot="5400000">
                <a:off x="7931072" y="4452686"/>
                <a:ext cx="514463" cy="867180"/>
              </a:xfrm>
              <a:custGeom>
                <a:avLst/>
                <a:gdLst/>
                <a:ahLst/>
                <a:cxnLst/>
                <a:rect l="l" t="t" r="r" b="b"/>
                <a:pathLst>
                  <a:path w="29078" h="49014" extrusionOk="0">
                    <a:moveTo>
                      <a:pt x="0" y="1"/>
                    </a:moveTo>
                    <a:lnTo>
                      <a:pt x="0" y="19449"/>
                    </a:lnTo>
                    <a:lnTo>
                      <a:pt x="29077" y="49014"/>
                    </a:lnTo>
                    <a:lnTo>
                      <a:pt x="29077" y="295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4" name="Google Shape;344;p47"/>
              <p:cNvSpPr/>
              <p:nvPr/>
            </p:nvSpPr>
            <p:spPr>
              <a:xfrm rot="5400000">
                <a:off x="7473977" y="4738941"/>
                <a:ext cx="296119" cy="513012"/>
              </a:xfrm>
              <a:custGeom>
                <a:avLst/>
                <a:gdLst/>
                <a:ahLst/>
                <a:cxnLst/>
                <a:rect l="l" t="t" r="r" b="b"/>
                <a:pathLst>
                  <a:path w="16737" h="28996" extrusionOk="0">
                    <a:moveTo>
                      <a:pt x="1" y="1"/>
                    </a:moveTo>
                    <a:lnTo>
                      <a:pt x="1" y="11935"/>
                    </a:lnTo>
                    <a:lnTo>
                      <a:pt x="16736" y="28996"/>
                    </a:lnTo>
                    <a:lnTo>
                      <a:pt x="16736" y="170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5" name="Google Shape;345;p47"/>
              <p:cNvSpPr/>
              <p:nvPr/>
            </p:nvSpPr>
            <p:spPr>
              <a:xfrm rot="5400000">
                <a:off x="7305775" y="4342789"/>
                <a:ext cx="512056" cy="1084568"/>
              </a:xfrm>
              <a:custGeom>
                <a:avLst/>
                <a:gdLst/>
                <a:ahLst/>
                <a:cxnLst/>
                <a:rect l="l" t="t" r="r" b="b"/>
                <a:pathLst>
                  <a:path w="28942" h="61301" extrusionOk="0">
                    <a:moveTo>
                      <a:pt x="0" y="0"/>
                    </a:moveTo>
                    <a:lnTo>
                      <a:pt x="0" y="32359"/>
                    </a:lnTo>
                    <a:lnTo>
                      <a:pt x="28942" y="61300"/>
                    </a:lnTo>
                    <a:lnTo>
                      <a:pt x="28942" y="48688"/>
                    </a:lnTo>
                    <a:lnTo>
                      <a:pt x="6700" y="26446"/>
                    </a:lnTo>
                    <a:lnTo>
                      <a:pt x="6700" y="67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6" name="Google Shape;346;p47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7" name="Google Shape;347;p47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8" name="Google Shape;348;p47"/>
              <p:cNvSpPr/>
              <p:nvPr/>
            </p:nvSpPr>
            <p:spPr>
              <a:xfrm rot="-5400000">
                <a:off x="4506475" y="-4418625"/>
                <a:ext cx="219000" cy="90564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9" name="Google Shape;349;p47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350" name="Google Shape;350;p47"/>
            <p:cNvSpPr/>
            <p:nvPr/>
          </p:nvSpPr>
          <p:spPr>
            <a:xfrm>
              <a:off x="3834000" y="-33300"/>
              <a:ext cx="231300" cy="521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51" name="Google Shape;351;p47"/>
          <p:cNvSpPr txBox="1">
            <a:spLocks noGrp="1"/>
          </p:cNvSpPr>
          <p:nvPr>
            <p:ph type="ctrTitle"/>
          </p:nvPr>
        </p:nvSpPr>
        <p:spPr>
          <a:xfrm>
            <a:off x="4162225" y="1459650"/>
            <a:ext cx="4441800" cy="14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52" name="Google Shape;352;p47"/>
          <p:cNvSpPr txBox="1">
            <a:spLocks noGrp="1"/>
          </p:cNvSpPr>
          <p:nvPr>
            <p:ph type="subTitle" idx="1"/>
          </p:nvPr>
        </p:nvSpPr>
        <p:spPr>
          <a:xfrm>
            <a:off x="5479375" y="3470425"/>
            <a:ext cx="3124500" cy="6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610">
          <p15:clr>
            <a:srgbClr val="FA7B17"/>
          </p15:clr>
        </p15:guide>
        <p15:guide id="2" pos="4139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48"/>
          <p:cNvGrpSpPr/>
          <p:nvPr/>
        </p:nvGrpSpPr>
        <p:grpSpPr>
          <a:xfrm>
            <a:off x="-9600" y="0"/>
            <a:ext cx="9153675" cy="5143507"/>
            <a:chOff x="-9600" y="0"/>
            <a:chExt cx="9153675" cy="5143507"/>
          </a:xfrm>
        </p:grpSpPr>
        <p:sp>
          <p:nvSpPr>
            <p:cNvPr id="355" name="Google Shape;355;p48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" name="Google Shape;356;p48"/>
            <p:cNvSpPr/>
            <p:nvPr/>
          </p:nvSpPr>
          <p:spPr>
            <a:xfrm rot="5400000">
              <a:off x="845318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" name="Google Shape;357;p48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358;p48"/>
            <p:cNvSpPr/>
            <p:nvPr/>
          </p:nvSpPr>
          <p:spPr>
            <a:xfrm rot="5400000">
              <a:off x="7473977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" name="Google Shape;359;p48"/>
            <p:cNvSpPr/>
            <p:nvPr/>
          </p:nvSpPr>
          <p:spPr>
            <a:xfrm rot="5400000">
              <a:off x="7305775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" name="Google Shape;360;p48"/>
            <p:cNvSpPr/>
            <p:nvPr/>
          </p:nvSpPr>
          <p:spPr>
            <a:xfrm rot="5400000" flipH="1">
              <a:off x="1433661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" name="Google Shape;361;p48"/>
            <p:cNvSpPr/>
            <p:nvPr/>
          </p:nvSpPr>
          <p:spPr>
            <a:xfrm rot="5400000" flipH="1">
              <a:off x="911547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" name="Google Shape;362;p48"/>
            <p:cNvSpPr/>
            <p:nvPr/>
          </p:nvSpPr>
          <p:spPr>
            <a:xfrm rot="5400000" flipH="1">
              <a:off x="454452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" name="Google Shape;363;p48"/>
            <p:cNvSpPr/>
            <p:nvPr/>
          </p:nvSpPr>
          <p:spPr>
            <a:xfrm rot="5400000" flipH="1">
              <a:off x="286250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64" name="Google Shape;364;p48"/>
            <p:cNvGrpSpPr/>
            <p:nvPr/>
          </p:nvGrpSpPr>
          <p:grpSpPr>
            <a:xfrm>
              <a:off x="-9600" y="0"/>
              <a:ext cx="9153675" cy="5143500"/>
              <a:chOff x="-9600" y="0"/>
              <a:chExt cx="9153675" cy="5143500"/>
            </a:xfrm>
          </p:grpSpPr>
          <p:sp>
            <p:nvSpPr>
              <p:cNvPr id="365" name="Google Shape;365;p48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" name="Google Shape;366;p48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" name="Google Shape;367;p48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" name="Google Shape;368;p48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369" name="Google Shape;369;p48"/>
          <p:cNvSpPr txBox="1">
            <a:spLocks noGrp="1"/>
          </p:cNvSpPr>
          <p:nvPr>
            <p:ph type="body" idx="1"/>
          </p:nvPr>
        </p:nvSpPr>
        <p:spPr>
          <a:xfrm>
            <a:off x="313650" y="680300"/>
            <a:ext cx="8059500" cy="34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 sz="1300">
                <a:solidFill>
                  <a:schemeClr val="accent2"/>
                </a:solidFill>
              </a:defRPr>
            </a:lvl1pPr>
            <a:lvl2pPr marL="914400" lvl="1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○"/>
              <a:defRPr sz="1300">
                <a:solidFill>
                  <a:schemeClr val="accent2"/>
                </a:solidFill>
              </a:defRPr>
            </a:lvl2pPr>
            <a:lvl3pPr marL="1371600" lvl="2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■"/>
              <a:defRPr sz="1300">
                <a:solidFill>
                  <a:schemeClr val="accent2"/>
                </a:solidFill>
              </a:defRPr>
            </a:lvl3pPr>
            <a:lvl4pPr marL="1828800" lvl="3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 sz="1300">
                <a:solidFill>
                  <a:schemeClr val="accent2"/>
                </a:solidFill>
              </a:defRPr>
            </a:lvl4pPr>
            <a:lvl5pPr marL="2286000" lvl="4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○"/>
              <a:defRPr sz="1300">
                <a:solidFill>
                  <a:schemeClr val="accent2"/>
                </a:solidFill>
              </a:defRPr>
            </a:lvl5pPr>
            <a:lvl6pPr marL="2743200" lvl="5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■"/>
              <a:defRPr sz="1300">
                <a:solidFill>
                  <a:schemeClr val="accent2"/>
                </a:solidFill>
              </a:defRPr>
            </a:lvl6pPr>
            <a:lvl7pPr marL="3200400" lvl="6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 sz="1300">
                <a:solidFill>
                  <a:schemeClr val="accent2"/>
                </a:solidFill>
              </a:defRPr>
            </a:lvl7pPr>
            <a:lvl8pPr marL="3657600" lvl="7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○"/>
              <a:defRPr sz="1300">
                <a:solidFill>
                  <a:schemeClr val="accent2"/>
                </a:solidFill>
              </a:defRPr>
            </a:lvl8pPr>
            <a:lvl9pPr marL="4114800" lvl="8" indent="-311150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300"/>
              <a:buChar char="■"/>
              <a:defRPr sz="13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p48"/>
          <p:cNvSpPr txBox="1">
            <a:spLocks noGrp="1"/>
          </p:cNvSpPr>
          <p:nvPr>
            <p:ph type="title"/>
          </p:nvPr>
        </p:nvSpPr>
        <p:spPr>
          <a:xfrm>
            <a:off x="3118950" y="447675"/>
            <a:ext cx="54828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HEADER_2">
    <p:bg>
      <p:bgPr>
        <a:solidFill>
          <a:schemeClr val="lt2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49"/>
          <p:cNvGrpSpPr/>
          <p:nvPr/>
        </p:nvGrpSpPr>
        <p:grpSpPr>
          <a:xfrm>
            <a:off x="-9525" y="0"/>
            <a:ext cx="9153600" cy="5143507"/>
            <a:chOff x="-9525" y="0"/>
            <a:chExt cx="9153600" cy="5143507"/>
          </a:xfrm>
        </p:grpSpPr>
        <p:sp>
          <p:nvSpPr>
            <p:cNvPr id="373" name="Google Shape;373;p49"/>
            <p:cNvSpPr/>
            <p:nvPr/>
          </p:nvSpPr>
          <p:spPr>
            <a:xfrm rot="5400000">
              <a:off x="4943427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" name="Google Shape;374;p49"/>
            <p:cNvSpPr/>
            <p:nvPr/>
          </p:nvSpPr>
          <p:spPr>
            <a:xfrm rot="5400000">
              <a:off x="4421313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" name="Google Shape;375;p49"/>
            <p:cNvSpPr/>
            <p:nvPr/>
          </p:nvSpPr>
          <p:spPr>
            <a:xfrm rot="5400000">
              <a:off x="396421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" name="Google Shape;376;p49"/>
            <p:cNvSpPr/>
            <p:nvPr/>
          </p:nvSpPr>
          <p:spPr>
            <a:xfrm rot="5400000">
              <a:off x="3796016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" name="Google Shape;377;p49"/>
            <p:cNvSpPr/>
            <p:nvPr/>
          </p:nvSpPr>
          <p:spPr>
            <a:xfrm rot="5400000" flipH="1">
              <a:off x="4943427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" name="Google Shape;378;p49"/>
            <p:cNvSpPr/>
            <p:nvPr/>
          </p:nvSpPr>
          <p:spPr>
            <a:xfrm rot="5400000" flipH="1">
              <a:off x="4421313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49"/>
            <p:cNvSpPr/>
            <p:nvPr/>
          </p:nvSpPr>
          <p:spPr>
            <a:xfrm rot="5400000" flipH="1">
              <a:off x="3964218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" name="Google Shape;380;p49"/>
            <p:cNvSpPr/>
            <p:nvPr/>
          </p:nvSpPr>
          <p:spPr>
            <a:xfrm rot="5400000" flipH="1">
              <a:off x="3796016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" name="Google Shape;381;p49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382;p49"/>
            <p:cNvSpPr/>
            <p:nvPr/>
          </p:nvSpPr>
          <p:spPr>
            <a:xfrm rot="-5400000">
              <a:off x="7143825" y="-1781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383;p49"/>
            <p:cNvSpPr/>
            <p:nvPr/>
          </p:nvSpPr>
          <p:spPr>
            <a:xfrm>
              <a:off x="8925000" y="0"/>
              <a:ext cx="2190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384;p49"/>
            <p:cNvSpPr/>
            <p:nvPr/>
          </p:nvSpPr>
          <p:spPr>
            <a:xfrm rot="5400000">
              <a:off x="1771725" y="-17812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" name="Google Shape;385;p49"/>
            <p:cNvSpPr/>
            <p:nvPr/>
          </p:nvSpPr>
          <p:spPr>
            <a:xfrm rot="-5400000">
              <a:off x="7143825" y="3143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" name="Google Shape;386;p49"/>
            <p:cNvSpPr/>
            <p:nvPr/>
          </p:nvSpPr>
          <p:spPr>
            <a:xfrm rot="5400000">
              <a:off x="1771725" y="32290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87" name="Google Shape;387;p49"/>
          <p:cNvSpPr txBox="1">
            <a:spLocks noGrp="1"/>
          </p:cNvSpPr>
          <p:nvPr>
            <p:ph type="subTitle" idx="1"/>
          </p:nvPr>
        </p:nvSpPr>
        <p:spPr>
          <a:xfrm>
            <a:off x="540000" y="3661950"/>
            <a:ext cx="8064000" cy="4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88" name="Google Shape;388;p49"/>
          <p:cNvSpPr txBox="1">
            <a:spLocks noGrp="1"/>
          </p:cNvSpPr>
          <p:nvPr>
            <p:ph type="title"/>
          </p:nvPr>
        </p:nvSpPr>
        <p:spPr>
          <a:xfrm>
            <a:off x="1262100" y="2211750"/>
            <a:ext cx="66198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HEADER_1">
    <p:bg>
      <p:bgPr>
        <a:solidFill>
          <a:schemeClr val="accent2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0"/>
          <p:cNvSpPr txBox="1">
            <a:spLocks noGrp="1"/>
          </p:cNvSpPr>
          <p:nvPr>
            <p:ph type="subTitle" idx="1"/>
          </p:nvPr>
        </p:nvSpPr>
        <p:spPr>
          <a:xfrm>
            <a:off x="1243800" y="1548000"/>
            <a:ext cx="234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1" name="Google Shape;391;p50"/>
          <p:cNvSpPr txBox="1">
            <a:spLocks noGrp="1"/>
          </p:cNvSpPr>
          <p:nvPr>
            <p:ph type="title"/>
          </p:nvPr>
        </p:nvSpPr>
        <p:spPr>
          <a:xfrm>
            <a:off x="1243800" y="1030175"/>
            <a:ext cx="252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2" name="Google Shape;392;p50"/>
          <p:cNvSpPr txBox="1">
            <a:spLocks noGrp="1"/>
          </p:cNvSpPr>
          <p:nvPr>
            <p:ph type="title" idx="2" hasCustomPrompt="1"/>
          </p:nvPr>
        </p:nvSpPr>
        <p:spPr>
          <a:xfrm>
            <a:off x="314700" y="1141175"/>
            <a:ext cx="10815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50"/>
          <p:cNvSpPr txBox="1">
            <a:spLocks noGrp="1"/>
          </p:cNvSpPr>
          <p:nvPr>
            <p:ph type="subTitle" idx="3"/>
          </p:nvPr>
        </p:nvSpPr>
        <p:spPr>
          <a:xfrm>
            <a:off x="1243800" y="3475375"/>
            <a:ext cx="234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4" name="Google Shape;394;p50"/>
          <p:cNvSpPr txBox="1">
            <a:spLocks noGrp="1"/>
          </p:cNvSpPr>
          <p:nvPr>
            <p:ph type="title" idx="4"/>
          </p:nvPr>
        </p:nvSpPr>
        <p:spPr>
          <a:xfrm>
            <a:off x="1243800" y="2957550"/>
            <a:ext cx="252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5" name="Google Shape;395;p50"/>
          <p:cNvSpPr txBox="1">
            <a:spLocks noGrp="1"/>
          </p:cNvSpPr>
          <p:nvPr>
            <p:ph type="title" idx="5" hasCustomPrompt="1"/>
          </p:nvPr>
        </p:nvSpPr>
        <p:spPr>
          <a:xfrm>
            <a:off x="314700" y="3068550"/>
            <a:ext cx="10815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6" name="Google Shape;396;p50"/>
          <p:cNvSpPr txBox="1">
            <a:spLocks noGrp="1"/>
          </p:cNvSpPr>
          <p:nvPr>
            <p:ph type="subTitle" idx="6"/>
          </p:nvPr>
        </p:nvSpPr>
        <p:spPr>
          <a:xfrm>
            <a:off x="5769300" y="1548000"/>
            <a:ext cx="234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7" name="Google Shape;397;p50"/>
          <p:cNvSpPr txBox="1">
            <a:spLocks noGrp="1"/>
          </p:cNvSpPr>
          <p:nvPr>
            <p:ph type="title" idx="7"/>
          </p:nvPr>
        </p:nvSpPr>
        <p:spPr>
          <a:xfrm>
            <a:off x="5769300" y="1030175"/>
            <a:ext cx="252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8" name="Google Shape;398;p50"/>
          <p:cNvSpPr txBox="1">
            <a:spLocks noGrp="1"/>
          </p:cNvSpPr>
          <p:nvPr>
            <p:ph type="title" idx="8" hasCustomPrompt="1"/>
          </p:nvPr>
        </p:nvSpPr>
        <p:spPr>
          <a:xfrm>
            <a:off x="4840200" y="1141175"/>
            <a:ext cx="10815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9" name="Google Shape;399;p50"/>
          <p:cNvSpPr txBox="1">
            <a:spLocks noGrp="1"/>
          </p:cNvSpPr>
          <p:nvPr>
            <p:ph type="subTitle" idx="9"/>
          </p:nvPr>
        </p:nvSpPr>
        <p:spPr>
          <a:xfrm>
            <a:off x="5769300" y="3475375"/>
            <a:ext cx="234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0" name="Google Shape;400;p50"/>
          <p:cNvSpPr txBox="1">
            <a:spLocks noGrp="1"/>
          </p:cNvSpPr>
          <p:nvPr>
            <p:ph type="title" idx="13"/>
          </p:nvPr>
        </p:nvSpPr>
        <p:spPr>
          <a:xfrm>
            <a:off x="5769300" y="2957550"/>
            <a:ext cx="252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401" name="Google Shape;401;p50"/>
          <p:cNvGrpSpPr/>
          <p:nvPr/>
        </p:nvGrpSpPr>
        <p:grpSpPr>
          <a:xfrm>
            <a:off x="-9600" y="0"/>
            <a:ext cx="9153675" cy="5143507"/>
            <a:chOff x="-9600" y="0"/>
            <a:chExt cx="9153675" cy="5143507"/>
          </a:xfrm>
        </p:grpSpPr>
        <p:sp>
          <p:nvSpPr>
            <p:cNvPr id="402" name="Google Shape;402;p50"/>
            <p:cNvSpPr/>
            <p:nvPr/>
          </p:nvSpPr>
          <p:spPr>
            <a:xfrm rot="5400000">
              <a:off x="845318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" name="Google Shape;403;p50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" name="Google Shape;404;p50"/>
            <p:cNvSpPr/>
            <p:nvPr/>
          </p:nvSpPr>
          <p:spPr>
            <a:xfrm rot="5400000">
              <a:off x="7473977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" name="Google Shape;405;p50"/>
            <p:cNvSpPr/>
            <p:nvPr/>
          </p:nvSpPr>
          <p:spPr>
            <a:xfrm rot="5400000">
              <a:off x="7305775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" name="Google Shape;406;p50"/>
            <p:cNvSpPr/>
            <p:nvPr/>
          </p:nvSpPr>
          <p:spPr>
            <a:xfrm rot="5400000" flipH="1">
              <a:off x="1433661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" name="Google Shape;407;p50"/>
            <p:cNvSpPr/>
            <p:nvPr/>
          </p:nvSpPr>
          <p:spPr>
            <a:xfrm rot="5400000" flipH="1">
              <a:off x="911547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" name="Google Shape;408;p50"/>
            <p:cNvSpPr/>
            <p:nvPr/>
          </p:nvSpPr>
          <p:spPr>
            <a:xfrm rot="5400000" flipH="1">
              <a:off x="454452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" name="Google Shape;409;p50"/>
            <p:cNvSpPr/>
            <p:nvPr/>
          </p:nvSpPr>
          <p:spPr>
            <a:xfrm rot="5400000" flipH="1">
              <a:off x="286250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10" name="Google Shape;410;p50"/>
            <p:cNvGrpSpPr/>
            <p:nvPr/>
          </p:nvGrpSpPr>
          <p:grpSpPr>
            <a:xfrm>
              <a:off x="-9600" y="0"/>
              <a:ext cx="9153675" cy="5143500"/>
              <a:chOff x="-9600" y="0"/>
              <a:chExt cx="9153675" cy="5143500"/>
            </a:xfrm>
          </p:grpSpPr>
          <p:sp>
            <p:nvSpPr>
              <p:cNvPr id="411" name="Google Shape;411;p50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" name="Google Shape;412;p50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" name="Google Shape;413;p50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" name="Google Shape;414;p50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415" name="Google Shape;415;p50"/>
          <p:cNvSpPr txBox="1">
            <a:spLocks noGrp="1"/>
          </p:cNvSpPr>
          <p:nvPr>
            <p:ph type="title" idx="14" hasCustomPrompt="1"/>
          </p:nvPr>
        </p:nvSpPr>
        <p:spPr>
          <a:xfrm>
            <a:off x="4840200" y="3068550"/>
            <a:ext cx="10815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ng Text">
  <p:cSld name="SECTION_HEADER_1_3">
    <p:bg>
      <p:bgPr>
        <a:solidFill>
          <a:schemeClr val="accent2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51"/>
          <p:cNvGrpSpPr/>
          <p:nvPr/>
        </p:nvGrpSpPr>
        <p:grpSpPr>
          <a:xfrm>
            <a:off x="-9675" y="0"/>
            <a:ext cx="9153675" cy="5143501"/>
            <a:chOff x="-9675" y="0"/>
            <a:chExt cx="9153675" cy="5143501"/>
          </a:xfrm>
        </p:grpSpPr>
        <p:sp>
          <p:nvSpPr>
            <p:cNvPr id="418" name="Google Shape;418;p51"/>
            <p:cNvSpPr/>
            <p:nvPr/>
          </p:nvSpPr>
          <p:spPr>
            <a:xfrm rot="-5400000" flipH="1">
              <a:off x="166826" y="4452688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" name="Google Shape;419;p51"/>
            <p:cNvSpPr/>
            <p:nvPr/>
          </p:nvSpPr>
          <p:spPr>
            <a:xfrm rot="-5400000" flipH="1">
              <a:off x="688936" y="4452679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" name="Google Shape;420;p51"/>
            <p:cNvSpPr/>
            <p:nvPr/>
          </p:nvSpPr>
          <p:spPr>
            <a:xfrm rot="-5400000" flipH="1">
              <a:off x="1364368" y="4738935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" name="Google Shape;421;p51"/>
            <p:cNvSpPr/>
            <p:nvPr/>
          </p:nvSpPr>
          <p:spPr>
            <a:xfrm rot="-5400000" flipH="1">
              <a:off x="1316636" y="4342782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" name="Google Shape;422;p51"/>
            <p:cNvSpPr/>
            <p:nvPr/>
          </p:nvSpPr>
          <p:spPr>
            <a:xfrm rot="-5400000">
              <a:off x="7186294" y="-176348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" name="Google Shape;423;p51"/>
            <p:cNvSpPr/>
            <p:nvPr/>
          </p:nvSpPr>
          <p:spPr>
            <a:xfrm rot="-5400000">
              <a:off x="7708404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" name="Google Shape;424;p51"/>
            <p:cNvSpPr/>
            <p:nvPr/>
          </p:nvSpPr>
          <p:spPr>
            <a:xfrm rot="-5400000">
              <a:off x="8383836" y="-108444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" name="Google Shape;425;p51"/>
            <p:cNvSpPr/>
            <p:nvPr/>
          </p:nvSpPr>
          <p:spPr>
            <a:xfrm rot="-5400000">
              <a:off x="8336103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26" name="Google Shape;426;p51"/>
            <p:cNvGrpSpPr/>
            <p:nvPr/>
          </p:nvGrpSpPr>
          <p:grpSpPr>
            <a:xfrm flipH="1">
              <a:off x="-9675" y="0"/>
              <a:ext cx="9153675" cy="5143500"/>
              <a:chOff x="-9600" y="0"/>
              <a:chExt cx="9153675" cy="5143500"/>
            </a:xfrm>
          </p:grpSpPr>
          <p:sp>
            <p:nvSpPr>
              <p:cNvPr id="427" name="Google Shape;427;p51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8" name="Google Shape;428;p51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9" name="Google Shape;429;p51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0" name="Google Shape;430;p51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431" name="Google Shape;431;p51"/>
          <p:cNvSpPr txBox="1">
            <a:spLocks noGrp="1"/>
          </p:cNvSpPr>
          <p:nvPr>
            <p:ph type="title"/>
          </p:nvPr>
        </p:nvSpPr>
        <p:spPr>
          <a:xfrm>
            <a:off x="545225" y="457200"/>
            <a:ext cx="54843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">
  <p:cSld name="SECTION_HEADER_1_2">
    <p:bg>
      <p:bgPr>
        <a:solidFill>
          <a:schemeClr val="accent2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52"/>
          <p:cNvGrpSpPr/>
          <p:nvPr/>
        </p:nvGrpSpPr>
        <p:grpSpPr>
          <a:xfrm>
            <a:off x="-9600" y="0"/>
            <a:ext cx="9169550" cy="5143500"/>
            <a:chOff x="-9600" y="0"/>
            <a:chExt cx="9169550" cy="5143500"/>
          </a:xfrm>
        </p:grpSpPr>
        <p:sp>
          <p:nvSpPr>
            <p:cNvPr id="434" name="Google Shape;434;p52"/>
            <p:cNvSpPr/>
            <p:nvPr/>
          </p:nvSpPr>
          <p:spPr>
            <a:xfrm rot="5400000" flipH="1">
              <a:off x="1433569" y="-176348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" name="Google Shape;435;p52"/>
            <p:cNvSpPr/>
            <p:nvPr/>
          </p:nvSpPr>
          <p:spPr>
            <a:xfrm rot="5400000" flipH="1">
              <a:off x="911459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" name="Google Shape;436;p52"/>
            <p:cNvSpPr/>
            <p:nvPr/>
          </p:nvSpPr>
          <p:spPr>
            <a:xfrm rot="5400000" flipH="1">
              <a:off x="454370" y="-108444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" name="Google Shape;437;p52"/>
            <p:cNvSpPr/>
            <p:nvPr/>
          </p:nvSpPr>
          <p:spPr>
            <a:xfrm rot="5400000" flipH="1">
              <a:off x="286166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" name="Google Shape;438;p52"/>
            <p:cNvSpPr/>
            <p:nvPr/>
          </p:nvSpPr>
          <p:spPr>
            <a:xfrm>
              <a:off x="-9600" y="0"/>
              <a:ext cx="1332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" name="Google Shape;439;p52"/>
            <p:cNvSpPr/>
            <p:nvPr/>
          </p:nvSpPr>
          <p:spPr>
            <a:xfrm rot="5400000">
              <a:off x="4508600" y="492150"/>
              <a:ext cx="133200" cy="9169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" name="Google Shape;440;p52"/>
            <p:cNvSpPr/>
            <p:nvPr/>
          </p:nvSpPr>
          <p:spPr>
            <a:xfrm rot="-5400000">
              <a:off x="5391150" y="-3533775"/>
              <a:ext cx="219000" cy="728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" name="Google Shape;441;p52"/>
            <p:cNvSpPr/>
            <p:nvPr/>
          </p:nvSpPr>
          <p:spPr>
            <a:xfrm>
              <a:off x="8924925" y="0"/>
              <a:ext cx="2190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42" name="Google Shape;442;p52"/>
          <p:cNvSpPr/>
          <p:nvPr/>
        </p:nvSpPr>
        <p:spPr>
          <a:xfrm>
            <a:off x="3625400" y="0"/>
            <a:ext cx="18933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3" name="Google Shape;443;p52"/>
          <p:cNvSpPr txBox="1">
            <a:spLocks noGrp="1"/>
          </p:cNvSpPr>
          <p:nvPr>
            <p:ph type="subTitle" idx="1"/>
          </p:nvPr>
        </p:nvSpPr>
        <p:spPr>
          <a:xfrm>
            <a:off x="1091400" y="1319400"/>
            <a:ext cx="180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4" name="Google Shape;444;p52"/>
          <p:cNvSpPr txBox="1">
            <a:spLocks noGrp="1"/>
          </p:cNvSpPr>
          <p:nvPr>
            <p:ph type="title"/>
          </p:nvPr>
        </p:nvSpPr>
        <p:spPr>
          <a:xfrm>
            <a:off x="1091400" y="801575"/>
            <a:ext cx="306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52"/>
          <p:cNvSpPr txBox="1">
            <a:spLocks noGrp="1"/>
          </p:cNvSpPr>
          <p:nvPr>
            <p:ph type="title" idx="2" hasCustomPrompt="1"/>
          </p:nvPr>
        </p:nvSpPr>
        <p:spPr>
          <a:xfrm>
            <a:off x="162300" y="912575"/>
            <a:ext cx="10815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52"/>
          <p:cNvSpPr txBox="1">
            <a:spLocks noGrp="1"/>
          </p:cNvSpPr>
          <p:nvPr>
            <p:ph type="subTitle" idx="3"/>
          </p:nvPr>
        </p:nvSpPr>
        <p:spPr>
          <a:xfrm>
            <a:off x="1091400" y="3170575"/>
            <a:ext cx="216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7" name="Google Shape;447;p52"/>
          <p:cNvSpPr txBox="1">
            <a:spLocks noGrp="1"/>
          </p:cNvSpPr>
          <p:nvPr>
            <p:ph type="title" idx="4"/>
          </p:nvPr>
        </p:nvSpPr>
        <p:spPr>
          <a:xfrm>
            <a:off x="1091400" y="2652750"/>
            <a:ext cx="306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8" name="Google Shape;448;p52"/>
          <p:cNvSpPr txBox="1">
            <a:spLocks noGrp="1"/>
          </p:cNvSpPr>
          <p:nvPr>
            <p:ph type="title" idx="5" hasCustomPrompt="1"/>
          </p:nvPr>
        </p:nvSpPr>
        <p:spPr>
          <a:xfrm>
            <a:off x="162300" y="2763750"/>
            <a:ext cx="10815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6"/>
          </p:nvPr>
        </p:nvSpPr>
        <p:spPr>
          <a:xfrm>
            <a:off x="6378900" y="2157600"/>
            <a:ext cx="234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7"/>
          </p:nvPr>
        </p:nvSpPr>
        <p:spPr>
          <a:xfrm>
            <a:off x="6378900" y="1639775"/>
            <a:ext cx="306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1" name="Google Shape;451;p52"/>
          <p:cNvSpPr txBox="1">
            <a:spLocks noGrp="1"/>
          </p:cNvSpPr>
          <p:nvPr>
            <p:ph type="title" idx="8" hasCustomPrompt="1"/>
          </p:nvPr>
        </p:nvSpPr>
        <p:spPr>
          <a:xfrm>
            <a:off x="5449800" y="1750775"/>
            <a:ext cx="10815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2" name="Google Shape;452;p52"/>
          <p:cNvSpPr txBox="1">
            <a:spLocks noGrp="1"/>
          </p:cNvSpPr>
          <p:nvPr>
            <p:ph type="subTitle" idx="9"/>
          </p:nvPr>
        </p:nvSpPr>
        <p:spPr>
          <a:xfrm>
            <a:off x="6378900" y="4008775"/>
            <a:ext cx="234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3" name="Google Shape;453;p52"/>
          <p:cNvSpPr txBox="1">
            <a:spLocks noGrp="1"/>
          </p:cNvSpPr>
          <p:nvPr>
            <p:ph type="title" idx="13"/>
          </p:nvPr>
        </p:nvSpPr>
        <p:spPr>
          <a:xfrm>
            <a:off x="6378900" y="3490950"/>
            <a:ext cx="306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4" name="Google Shape;454;p52"/>
          <p:cNvSpPr txBox="1">
            <a:spLocks noGrp="1"/>
          </p:cNvSpPr>
          <p:nvPr>
            <p:ph type="title" idx="14" hasCustomPrompt="1"/>
          </p:nvPr>
        </p:nvSpPr>
        <p:spPr>
          <a:xfrm>
            <a:off x="5449800" y="3601950"/>
            <a:ext cx="10815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5" name="Google Shape;455;p52"/>
          <p:cNvSpPr txBox="1">
            <a:spLocks noGrp="1"/>
          </p:cNvSpPr>
          <p:nvPr>
            <p:ph type="title" idx="15"/>
          </p:nvPr>
        </p:nvSpPr>
        <p:spPr>
          <a:xfrm>
            <a:off x="3121200" y="428625"/>
            <a:ext cx="54828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Picture">
  <p:cSld name="SECTION_HEADER_1_2_2_1">
    <p:bg>
      <p:bgPr>
        <a:solidFill>
          <a:schemeClr val="accent4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54"/>
          <p:cNvGrpSpPr/>
          <p:nvPr/>
        </p:nvGrpSpPr>
        <p:grpSpPr>
          <a:xfrm>
            <a:off x="-9600" y="0"/>
            <a:ext cx="9153675" cy="5143507"/>
            <a:chOff x="-9600" y="0"/>
            <a:chExt cx="9153675" cy="5143507"/>
          </a:xfrm>
        </p:grpSpPr>
        <p:sp>
          <p:nvSpPr>
            <p:cNvPr id="472" name="Google Shape;472;p54"/>
            <p:cNvSpPr/>
            <p:nvPr/>
          </p:nvSpPr>
          <p:spPr>
            <a:xfrm rot="-5400000" flipH="1">
              <a:off x="688941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3" name="Google Shape;473;p54"/>
            <p:cNvSpPr/>
            <p:nvPr/>
          </p:nvSpPr>
          <p:spPr>
            <a:xfrm rot="-5400000" flipH="1">
              <a:off x="16682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4" name="Google Shape;474;p54"/>
            <p:cNvSpPr/>
            <p:nvPr/>
          </p:nvSpPr>
          <p:spPr>
            <a:xfrm rot="-5400000" flipH="1">
              <a:off x="688941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5" name="Google Shape;475;p54"/>
            <p:cNvSpPr/>
            <p:nvPr/>
          </p:nvSpPr>
          <p:spPr>
            <a:xfrm rot="-5400000" flipH="1">
              <a:off x="136437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6" name="Google Shape;476;p54"/>
            <p:cNvSpPr/>
            <p:nvPr/>
          </p:nvSpPr>
          <p:spPr>
            <a:xfrm rot="-5400000" flipH="1">
              <a:off x="1316644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7" name="Google Shape;477;p54"/>
            <p:cNvSpPr/>
            <p:nvPr/>
          </p:nvSpPr>
          <p:spPr>
            <a:xfrm rot="-5400000">
              <a:off x="7186351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8" name="Google Shape;478;p54"/>
            <p:cNvSpPr/>
            <p:nvPr/>
          </p:nvSpPr>
          <p:spPr>
            <a:xfrm rot="-5400000">
              <a:off x="7708466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9" name="Google Shape;479;p54"/>
            <p:cNvSpPr/>
            <p:nvPr/>
          </p:nvSpPr>
          <p:spPr>
            <a:xfrm rot="-5400000">
              <a:off x="8383903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0" name="Google Shape;480;p54"/>
            <p:cNvSpPr/>
            <p:nvPr/>
          </p:nvSpPr>
          <p:spPr>
            <a:xfrm rot="-5400000">
              <a:off x="8336169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81" name="Google Shape;481;p54"/>
            <p:cNvGrpSpPr/>
            <p:nvPr/>
          </p:nvGrpSpPr>
          <p:grpSpPr>
            <a:xfrm flipH="1">
              <a:off x="-9600" y="0"/>
              <a:ext cx="9153675" cy="5143500"/>
              <a:chOff x="-9600" y="0"/>
              <a:chExt cx="9153675" cy="5143500"/>
            </a:xfrm>
          </p:grpSpPr>
          <p:sp>
            <p:nvSpPr>
              <p:cNvPr id="482" name="Google Shape;482;p54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3" name="Google Shape;483;p54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4" name="Google Shape;484;p54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5" name="Google Shape;485;p54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486" name="Google Shape;486;p54"/>
          <p:cNvSpPr txBox="1">
            <a:spLocks noGrp="1"/>
          </p:cNvSpPr>
          <p:nvPr>
            <p:ph type="title"/>
          </p:nvPr>
        </p:nvSpPr>
        <p:spPr>
          <a:xfrm>
            <a:off x="572400" y="291600"/>
            <a:ext cx="4627500" cy="245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 02">
  <p:cSld name="SECTION_HEADER_1_2_1">
    <p:bg>
      <p:bgPr>
        <a:solidFill>
          <a:schemeClr val="lt2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55"/>
          <p:cNvGrpSpPr/>
          <p:nvPr/>
        </p:nvGrpSpPr>
        <p:grpSpPr>
          <a:xfrm>
            <a:off x="-9550" y="0"/>
            <a:ext cx="9169500" cy="5143507"/>
            <a:chOff x="-9550" y="0"/>
            <a:chExt cx="9169500" cy="5143507"/>
          </a:xfrm>
        </p:grpSpPr>
        <p:sp>
          <p:nvSpPr>
            <p:cNvPr id="489" name="Google Shape;489;p55"/>
            <p:cNvSpPr/>
            <p:nvPr/>
          </p:nvSpPr>
          <p:spPr>
            <a:xfrm rot="5400000">
              <a:off x="4943427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55"/>
            <p:cNvSpPr/>
            <p:nvPr/>
          </p:nvSpPr>
          <p:spPr>
            <a:xfrm rot="5400000">
              <a:off x="4421313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1" name="Google Shape;491;p55"/>
            <p:cNvSpPr/>
            <p:nvPr/>
          </p:nvSpPr>
          <p:spPr>
            <a:xfrm rot="5400000">
              <a:off x="396421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2" name="Google Shape;492;p55"/>
            <p:cNvSpPr/>
            <p:nvPr/>
          </p:nvSpPr>
          <p:spPr>
            <a:xfrm rot="5400000">
              <a:off x="3796016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3" name="Google Shape;493;p55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55"/>
            <p:cNvSpPr/>
            <p:nvPr/>
          </p:nvSpPr>
          <p:spPr>
            <a:xfrm>
              <a:off x="8925000" y="0"/>
              <a:ext cx="219000" cy="514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5" name="Google Shape;495;p55"/>
            <p:cNvSpPr/>
            <p:nvPr/>
          </p:nvSpPr>
          <p:spPr>
            <a:xfrm rot="5400000">
              <a:off x="4508600" y="-4518150"/>
              <a:ext cx="133200" cy="916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" name="Google Shape;496;p55"/>
            <p:cNvSpPr/>
            <p:nvPr/>
          </p:nvSpPr>
          <p:spPr>
            <a:xfrm rot="-5400000">
              <a:off x="7143825" y="3143175"/>
              <a:ext cx="219000" cy="378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55"/>
            <p:cNvSpPr/>
            <p:nvPr/>
          </p:nvSpPr>
          <p:spPr>
            <a:xfrm rot="5400000">
              <a:off x="1771725" y="32290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98" name="Google Shape;498;p55"/>
          <p:cNvSpPr txBox="1">
            <a:spLocks noGrp="1"/>
          </p:cNvSpPr>
          <p:nvPr>
            <p:ph type="title"/>
          </p:nvPr>
        </p:nvSpPr>
        <p:spPr>
          <a:xfrm>
            <a:off x="1830600" y="457200"/>
            <a:ext cx="54828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99" name="Google Shape;499;p55"/>
          <p:cNvSpPr txBox="1">
            <a:spLocks noGrp="1"/>
          </p:cNvSpPr>
          <p:nvPr>
            <p:ph type="subTitle" idx="1"/>
          </p:nvPr>
        </p:nvSpPr>
        <p:spPr>
          <a:xfrm>
            <a:off x="869250" y="1814700"/>
            <a:ext cx="288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0" name="Google Shape;500;p55"/>
          <p:cNvSpPr txBox="1">
            <a:spLocks noGrp="1"/>
          </p:cNvSpPr>
          <p:nvPr>
            <p:ph type="title" idx="2"/>
          </p:nvPr>
        </p:nvSpPr>
        <p:spPr>
          <a:xfrm>
            <a:off x="1049250" y="1073525"/>
            <a:ext cx="2520000" cy="11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1" name="Google Shape;501;p55"/>
          <p:cNvSpPr txBox="1">
            <a:spLocks noGrp="1"/>
          </p:cNvSpPr>
          <p:nvPr>
            <p:ph type="subTitle" idx="3"/>
          </p:nvPr>
        </p:nvSpPr>
        <p:spPr>
          <a:xfrm>
            <a:off x="869250" y="3208675"/>
            <a:ext cx="288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55"/>
          <p:cNvSpPr txBox="1">
            <a:spLocks noGrp="1"/>
          </p:cNvSpPr>
          <p:nvPr>
            <p:ph type="title" idx="4"/>
          </p:nvPr>
        </p:nvSpPr>
        <p:spPr>
          <a:xfrm>
            <a:off x="1049250" y="2467500"/>
            <a:ext cx="2520000" cy="11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3" name="Google Shape;503;p55"/>
          <p:cNvSpPr txBox="1">
            <a:spLocks noGrp="1"/>
          </p:cNvSpPr>
          <p:nvPr>
            <p:ph type="subTitle" idx="5"/>
          </p:nvPr>
        </p:nvSpPr>
        <p:spPr>
          <a:xfrm>
            <a:off x="5394750" y="1814700"/>
            <a:ext cx="288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55"/>
          <p:cNvSpPr txBox="1">
            <a:spLocks noGrp="1"/>
          </p:cNvSpPr>
          <p:nvPr>
            <p:ph type="title" idx="6"/>
          </p:nvPr>
        </p:nvSpPr>
        <p:spPr>
          <a:xfrm>
            <a:off x="5574750" y="1073525"/>
            <a:ext cx="2520000" cy="11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5" name="Google Shape;505;p55"/>
          <p:cNvSpPr txBox="1">
            <a:spLocks noGrp="1"/>
          </p:cNvSpPr>
          <p:nvPr>
            <p:ph type="subTitle" idx="7"/>
          </p:nvPr>
        </p:nvSpPr>
        <p:spPr>
          <a:xfrm>
            <a:off x="5394750" y="3208675"/>
            <a:ext cx="288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55"/>
          <p:cNvSpPr txBox="1">
            <a:spLocks noGrp="1"/>
          </p:cNvSpPr>
          <p:nvPr>
            <p:ph type="title" idx="8"/>
          </p:nvPr>
        </p:nvSpPr>
        <p:spPr>
          <a:xfrm>
            <a:off x="5574750" y="2467500"/>
            <a:ext cx="2520000" cy="11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7" name="Google Shape;507;p55"/>
          <p:cNvSpPr/>
          <p:nvPr/>
        </p:nvSpPr>
        <p:spPr>
          <a:xfrm rot="5400000">
            <a:off x="7229625" y="-1781250"/>
            <a:ext cx="133200" cy="369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 + Text">
  <p:cSld name="SECTION_HEADER_1_1">
    <p:bg>
      <p:bgPr>
        <a:solidFill>
          <a:schemeClr val="lt2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oogle Shape;509;p56"/>
          <p:cNvGrpSpPr/>
          <p:nvPr/>
        </p:nvGrpSpPr>
        <p:grpSpPr>
          <a:xfrm flipH="1">
            <a:off x="-9600" y="0"/>
            <a:ext cx="9153775" cy="5143507"/>
            <a:chOff x="-9600" y="0"/>
            <a:chExt cx="9153775" cy="5143507"/>
          </a:xfrm>
        </p:grpSpPr>
        <p:sp>
          <p:nvSpPr>
            <p:cNvPr id="510" name="Google Shape;510;p56"/>
            <p:cNvSpPr/>
            <p:nvPr/>
          </p:nvSpPr>
          <p:spPr>
            <a:xfrm rot="5400000">
              <a:off x="845318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" name="Google Shape;511;p56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" name="Google Shape;512;p56"/>
            <p:cNvSpPr/>
            <p:nvPr/>
          </p:nvSpPr>
          <p:spPr>
            <a:xfrm rot="5400000">
              <a:off x="7473977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" name="Google Shape;513;p56"/>
            <p:cNvSpPr/>
            <p:nvPr/>
          </p:nvSpPr>
          <p:spPr>
            <a:xfrm rot="5400000">
              <a:off x="7305775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" name="Google Shape;514;p56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" name="Google Shape;515;p56"/>
            <p:cNvSpPr/>
            <p:nvPr/>
          </p:nvSpPr>
          <p:spPr>
            <a:xfrm rot="5400000">
              <a:off x="3529050" y="1471650"/>
              <a:ext cx="133200" cy="7210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" name="Google Shape;516;p56"/>
            <p:cNvSpPr/>
            <p:nvPr/>
          </p:nvSpPr>
          <p:spPr>
            <a:xfrm rot="-5400000">
              <a:off x="4506475" y="-4418625"/>
              <a:ext cx="219000" cy="9056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" name="Google Shape;517;p56"/>
            <p:cNvSpPr/>
            <p:nvPr/>
          </p:nvSpPr>
          <p:spPr>
            <a:xfrm>
              <a:off x="8925000" y="0"/>
              <a:ext cx="2190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18" name="Google Shape;518;p56"/>
          <p:cNvSpPr/>
          <p:nvPr/>
        </p:nvSpPr>
        <p:spPr>
          <a:xfrm>
            <a:off x="3952500" y="-19050"/>
            <a:ext cx="231300" cy="521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9" name="Google Shape;519;p56"/>
          <p:cNvSpPr txBox="1">
            <a:spLocks noGrp="1"/>
          </p:cNvSpPr>
          <p:nvPr>
            <p:ph type="subTitle" idx="1"/>
          </p:nvPr>
        </p:nvSpPr>
        <p:spPr>
          <a:xfrm>
            <a:off x="892500" y="2542925"/>
            <a:ext cx="28800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20" name="Google Shape;520;p56"/>
          <p:cNvSpPr txBox="1">
            <a:spLocks noGrp="1"/>
          </p:cNvSpPr>
          <p:nvPr>
            <p:ph type="title"/>
          </p:nvPr>
        </p:nvSpPr>
        <p:spPr>
          <a:xfrm>
            <a:off x="892500" y="2028513"/>
            <a:ext cx="3060000" cy="7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56"/>
          <p:cNvSpPr txBox="1">
            <a:spLocks noGrp="1"/>
          </p:cNvSpPr>
          <p:nvPr>
            <p:ph type="title" idx="2"/>
          </p:nvPr>
        </p:nvSpPr>
        <p:spPr>
          <a:xfrm>
            <a:off x="543600" y="457200"/>
            <a:ext cx="54828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">
  <p:cSld name="SECTION_HEADER_1_1_1">
    <p:bg>
      <p:bgPr>
        <a:solidFill>
          <a:schemeClr val="accent2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57"/>
          <p:cNvGrpSpPr/>
          <p:nvPr/>
        </p:nvGrpSpPr>
        <p:grpSpPr>
          <a:xfrm>
            <a:off x="-9525" y="0"/>
            <a:ext cx="9153600" cy="5143575"/>
            <a:chOff x="-9525" y="0"/>
            <a:chExt cx="9153600" cy="5143575"/>
          </a:xfrm>
        </p:grpSpPr>
        <p:sp>
          <p:nvSpPr>
            <p:cNvPr id="524" name="Google Shape;524;p57"/>
            <p:cNvSpPr/>
            <p:nvPr/>
          </p:nvSpPr>
          <p:spPr>
            <a:xfrm rot="5400000">
              <a:off x="4943427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" name="Google Shape;525;p57"/>
            <p:cNvSpPr/>
            <p:nvPr/>
          </p:nvSpPr>
          <p:spPr>
            <a:xfrm rot="5400000">
              <a:off x="4421313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" name="Google Shape;526;p57"/>
            <p:cNvSpPr/>
            <p:nvPr/>
          </p:nvSpPr>
          <p:spPr>
            <a:xfrm rot="5400000">
              <a:off x="396421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" name="Google Shape;527;p57"/>
            <p:cNvSpPr/>
            <p:nvPr/>
          </p:nvSpPr>
          <p:spPr>
            <a:xfrm rot="5400000">
              <a:off x="3796016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" name="Google Shape;528;p57"/>
            <p:cNvSpPr/>
            <p:nvPr/>
          </p:nvSpPr>
          <p:spPr>
            <a:xfrm rot="5400000" flipH="1">
              <a:off x="4943427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" name="Google Shape;529;p57"/>
            <p:cNvSpPr/>
            <p:nvPr/>
          </p:nvSpPr>
          <p:spPr>
            <a:xfrm rot="5400000" flipH="1">
              <a:off x="4421313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" name="Google Shape;530;p57"/>
            <p:cNvSpPr/>
            <p:nvPr/>
          </p:nvSpPr>
          <p:spPr>
            <a:xfrm rot="5400000" flipH="1">
              <a:off x="3964218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" name="Google Shape;531;p57"/>
            <p:cNvSpPr/>
            <p:nvPr/>
          </p:nvSpPr>
          <p:spPr>
            <a:xfrm rot="5400000" flipH="1">
              <a:off x="3796016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" name="Google Shape;532;p57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" name="Google Shape;533;p57"/>
            <p:cNvSpPr/>
            <p:nvPr/>
          </p:nvSpPr>
          <p:spPr>
            <a:xfrm rot="5400000">
              <a:off x="1771725" y="32290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" name="Google Shape;534;p57"/>
            <p:cNvSpPr/>
            <p:nvPr/>
          </p:nvSpPr>
          <p:spPr>
            <a:xfrm rot="-5400000">
              <a:off x="7143825" y="-1781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" name="Google Shape;535;p57"/>
            <p:cNvSpPr/>
            <p:nvPr/>
          </p:nvSpPr>
          <p:spPr>
            <a:xfrm rot="5400000">
              <a:off x="1771725" y="-17812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" name="Google Shape;536;p57"/>
            <p:cNvSpPr/>
            <p:nvPr/>
          </p:nvSpPr>
          <p:spPr>
            <a:xfrm rot="-5400000">
              <a:off x="7143825" y="3143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" name="Google Shape;537;p57"/>
            <p:cNvSpPr/>
            <p:nvPr/>
          </p:nvSpPr>
          <p:spPr>
            <a:xfrm>
              <a:off x="8936550" y="75"/>
              <a:ext cx="2073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38" name="Google Shape;538;p57"/>
          <p:cNvSpPr txBox="1">
            <a:spLocks noGrp="1"/>
          </p:cNvSpPr>
          <p:nvPr>
            <p:ph type="title"/>
          </p:nvPr>
        </p:nvSpPr>
        <p:spPr>
          <a:xfrm>
            <a:off x="540000" y="457200"/>
            <a:ext cx="4413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SECTION_HEADER_1_1_1_1">
    <p:bg>
      <p:bgPr>
        <a:solidFill>
          <a:schemeClr val="lt2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58"/>
          <p:cNvGrpSpPr/>
          <p:nvPr/>
        </p:nvGrpSpPr>
        <p:grpSpPr>
          <a:xfrm>
            <a:off x="-9600" y="0"/>
            <a:ext cx="9153675" cy="5143507"/>
            <a:chOff x="-9600" y="0"/>
            <a:chExt cx="9153675" cy="5143507"/>
          </a:xfrm>
        </p:grpSpPr>
        <p:sp>
          <p:nvSpPr>
            <p:cNvPr id="541" name="Google Shape;541;p58"/>
            <p:cNvSpPr/>
            <p:nvPr/>
          </p:nvSpPr>
          <p:spPr>
            <a:xfrm rot="-5400000" flipH="1">
              <a:off x="16682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2" name="Google Shape;542;p58"/>
            <p:cNvSpPr/>
            <p:nvPr/>
          </p:nvSpPr>
          <p:spPr>
            <a:xfrm rot="-5400000" flipH="1">
              <a:off x="688941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3" name="Google Shape;543;p58"/>
            <p:cNvSpPr/>
            <p:nvPr/>
          </p:nvSpPr>
          <p:spPr>
            <a:xfrm rot="-5400000" flipH="1">
              <a:off x="136437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4" name="Google Shape;544;p58"/>
            <p:cNvSpPr/>
            <p:nvPr/>
          </p:nvSpPr>
          <p:spPr>
            <a:xfrm rot="-5400000" flipH="1">
              <a:off x="1316644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5" name="Google Shape;545;p58"/>
            <p:cNvSpPr/>
            <p:nvPr/>
          </p:nvSpPr>
          <p:spPr>
            <a:xfrm rot="-5400000">
              <a:off x="7186351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6" name="Google Shape;546;p58"/>
            <p:cNvSpPr/>
            <p:nvPr/>
          </p:nvSpPr>
          <p:spPr>
            <a:xfrm rot="-5400000">
              <a:off x="7708466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7" name="Google Shape;547;p58"/>
            <p:cNvSpPr/>
            <p:nvPr/>
          </p:nvSpPr>
          <p:spPr>
            <a:xfrm rot="-5400000">
              <a:off x="8383903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8" name="Google Shape;548;p58"/>
            <p:cNvSpPr/>
            <p:nvPr/>
          </p:nvSpPr>
          <p:spPr>
            <a:xfrm rot="-5400000">
              <a:off x="8336169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49" name="Google Shape;549;p58"/>
            <p:cNvGrpSpPr/>
            <p:nvPr/>
          </p:nvGrpSpPr>
          <p:grpSpPr>
            <a:xfrm flipH="1">
              <a:off x="-9600" y="0"/>
              <a:ext cx="9153675" cy="5143500"/>
              <a:chOff x="-9600" y="0"/>
              <a:chExt cx="9153675" cy="5143500"/>
            </a:xfrm>
          </p:grpSpPr>
          <p:sp>
            <p:nvSpPr>
              <p:cNvPr id="550" name="Google Shape;550;p58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1" name="Google Shape;551;p58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2" name="Google Shape;552;p58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3" name="Google Shape;553;p58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554" name="Google Shape;554;p58"/>
          <p:cNvSpPr txBox="1">
            <a:spLocks noGrp="1"/>
          </p:cNvSpPr>
          <p:nvPr>
            <p:ph type="subTitle" idx="1"/>
          </p:nvPr>
        </p:nvSpPr>
        <p:spPr>
          <a:xfrm>
            <a:off x="676113" y="3045088"/>
            <a:ext cx="216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55" name="Google Shape;555;p58"/>
          <p:cNvSpPr txBox="1">
            <a:spLocks noGrp="1"/>
          </p:cNvSpPr>
          <p:nvPr>
            <p:ph type="subTitle" idx="2"/>
          </p:nvPr>
        </p:nvSpPr>
        <p:spPr>
          <a:xfrm>
            <a:off x="6307888" y="3045088"/>
            <a:ext cx="216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56" name="Google Shape;556;p58"/>
          <p:cNvSpPr txBox="1">
            <a:spLocks noGrp="1"/>
          </p:cNvSpPr>
          <p:nvPr>
            <p:ph type="subTitle" idx="3"/>
          </p:nvPr>
        </p:nvSpPr>
        <p:spPr>
          <a:xfrm>
            <a:off x="3312000" y="3045088"/>
            <a:ext cx="252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7" name="Google Shape;557;p58"/>
          <p:cNvSpPr txBox="1">
            <a:spLocks noGrp="1"/>
          </p:cNvSpPr>
          <p:nvPr>
            <p:ph type="title"/>
          </p:nvPr>
        </p:nvSpPr>
        <p:spPr>
          <a:xfrm>
            <a:off x="856113" y="2532513"/>
            <a:ext cx="180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58" name="Google Shape;558;p58"/>
          <p:cNvSpPr txBox="1">
            <a:spLocks noGrp="1"/>
          </p:cNvSpPr>
          <p:nvPr>
            <p:ph type="title" idx="4"/>
          </p:nvPr>
        </p:nvSpPr>
        <p:spPr>
          <a:xfrm>
            <a:off x="6487888" y="2532513"/>
            <a:ext cx="180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59" name="Google Shape;559;p58"/>
          <p:cNvSpPr txBox="1">
            <a:spLocks noGrp="1"/>
          </p:cNvSpPr>
          <p:nvPr>
            <p:ph type="title" idx="5"/>
          </p:nvPr>
        </p:nvSpPr>
        <p:spPr>
          <a:xfrm>
            <a:off x="3672000" y="2532513"/>
            <a:ext cx="180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60" name="Google Shape;560;p58"/>
          <p:cNvSpPr txBox="1">
            <a:spLocks noGrp="1"/>
          </p:cNvSpPr>
          <p:nvPr>
            <p:ph type="title" idx="6"/>
          </p:nvPr>
        </p:nvSpPr>
        <p:spPr>
          <a:xfrm>
            <a:off x="543600" y="457200"/>
            <a:ext cx="54828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">
  <p:cSld name="SECTION_HEADER_1_1_1_1_1">
    <p:bg>
      <p:bgPr>
        <a:solidFill>
          <a:schemeClr val="lt2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p59"/>
          <p:cNvGrpSpPr/>
          <p:nvPr/>
        </p:nvGrpSpPr>
        <p:grpSpPr>
          <a:xfrm>
            <a:off x="-9600" y="0"/>
            <a:ext cx="9153675" cy="5143507"/>
            <a:chOff x="-9600" y="0"/>
            <a:chExt cx="9153675" cy="5143507"/>
          </a:xfrm>
        </p:grpSpPr>
        <p:sp>
          <p:nvSpPr>
            <p:cNvPr id="563" name="Google Shape;563;p59"/>
            <p:cNvSpPr/>
            <p:nvPr/>
          </p:nvSpPr>
          <p:spPr>
            <a:xfrm rot="5400000">
              <a:off x="845318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" name="Google Shape;564;p59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" name="Google Shape;565;p59"/>
            <p:cNvSpPr/>
            <p:nvPr/>
          </p:nvSpPr>
          <p:spPr>
            <a:xfrm rot="5400000">
              <a:off x="7473977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" name="Google Shape;566;p59"/>
            <p:cNvSpPr/>
            <p:nvPr/>
          </p:nvSpPr>
          <p:spPr>
            <a:xfrm rot="5400000">
              <a:off x="7305775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" name="Google Shape;567;p59"/>
            <p:cNvSpPr/>
            <p:nvPr/>
          </p:nvSpPr>
          <p:spPr>
            <a:xfrm rot="5400000" flipH="1">
              <a:off x="1433661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" name="Google Shape;568;p59"/>
            <p:cNvSpPr/>
            <p:nvPr/>
          </p:nvSpPr>
          <p:spPr>
            <a:xfrm rot="5400000" flipH="1">
              <a:off x="911547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" name="Google Shape;569;p59"/>
            <p:cNvSpPr/>
            <p:nvPr/>
          </p:nvSpPr>
          <p:spPr>
            <a:xfrm rot="5400000" flipH="1">
              <a:off x="454452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" name="Google Shape;570;p59"/>
            <p:cNvSpPr/>
            <p:nvPr/>
          </p:nvSpPr>
          <p:spPr>
            <a:xfrm rot="5400000" flipH="1">
              <a:off x="286250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71" name="Google Shape;571;p59"/>
            <p:cNvGrpSpPr/>
            <p:nvPr/>
          </p:nvGrpSpPr>
          <p:grpSpPr>
            <a:xfrm>
              <a:off x="-9600" y="0"/>
              <a:ext cx="9153675" cy="5143500"/>
              <a:chOff x="-9600" y="0"/>
              <a:chExt cx="9153675" cy="5143500"/>
            </a:xfrm>
          </p:grpSpPr>
          <p:sp>
            <p:nvSpPr>
              <p:cNvPr id="572" name="Google Shape;572;p59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73" name="Google Shape;573;p59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74" name="Google Shape;574;p59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75" name="Google Shape;575;p59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576" name="Google Shape;576;p59"/>
          <p:cNvSpPr txBox="1">
            <a:spLocks noGrp="1"/>
          </p:cNvSpPr>
          <p:nvPr>
            <p:ph type="subTitle" idx="1"/>
          </p:nvPr>
        </p:nvSpPr>
        <p:spPr>
          <a:xfrm>
            <a:off x="1547356" y="3121288"/>
            <a:ext cx="270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7" name="Google Shape;577;p59"/>
          <p:cNvSpPr txBox="1">
            <a:spLocks noGrp="1"/>
          </p:cNvSpPr>
          <p:nvPr>
            <p:ph type="subTitle" idx="2"/>
          </p:nvPr>
        </p:nvSpPr>
        <p:spPr>
          <a:xfrm>
            <a:off x="4896644" y="3121288"/>
            <a:ext cx="27000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8" name="Google Shape;578;p59"/>
          <p:cNvSpPr txBox="1">
            <a:spLocks noGrp="1"/>
          </p:cNvSpPr>
          <p:nvPr>
            <p:ph type="title"/>
          </p:nvPr>
        </p:nvSpPr>
        <p:spPr>
          <a:xfrm>
            <a:off x="1997356" y="2608713"/>
            <a:ext cx="180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9" name="Google Shape;579;p59"/>
          <p:cNvSpPr txBox="1">
            <a:spLocks noGrp="1"/>
          </p:cNvSpPr>
          <p:nvPr>
            <p:ph type="title" idx="3"/>
          </p:nvPr>
        </p:nvSpPr>
        <p:spPr>
          <a:xfrm>
            <a:off x="5346644" y="2608713"/>
            <a:ext cx="1800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80" name="Google Shape;580;p59"/>
          <p:cNvSpPr txBox="1">
            <a:spLocks noGrp="1"/>
          </p:cNvSpPr>
          <p:nvPr>
            <p:ph type="title" idx="4"/>
          </p:nvPr>
        </p:nvSpPr>
        <p:spPr>
          <a:xfrm>
            <a:off x="2365200" y="457200"/>
            <a:ext cx="44136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p60"/>
          <p:cNvGrpSpPr/>
          <p:nvPr/>
        </p:nvGrpSpPr>
        <p:grpSpPr>
          <a:xfrm>
            <a:off x="-9525" y="0"/>
            <a:ext cx="9153600" cy="5143507"/>
            <a:chOff x="-9525" y="0"/>
            <a:chExt cx="9153600" cy="5143507"/>
          </a:xfrm>
        </p:grpSpPr>
        <p:sp>
          <p:nvSpPr>
            <p:cNvPr id="583" name="Google Shape;583;p60"/>
            <p:cNvSpPr/>
            <p:nvPr/>
          </p:nvSpPr>
          <p:spPr>
            <a:xfrm rot="5400000">
              <a:off x="4943427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" name="Google Shape;584;p60"/>
            <p:cNvSpPr/>
            <p:nvPr/>
          </p:nvSpPr>
          <p:spPr>
            <a:xfrm rot="5400000">
              <a:off x="4421313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" name="Google Shape;585;p60"/>
            <p:cNvSpPr/>
            <p:nvPr/>
          </p:nvSpPr>
          <p:spPr>
            <a:xfrm rot="5400000">
              <a:off x="396421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" name="Google Shape;586;p60"/>
            <p:cNvSpPr/>
            <p:nvPr/>
          </p:nvSpPr>
          <p:spPr>
            <a:xfrm rot="5400000">
              <a:off x="3796016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" name="Google Shape;587;p60"/>
            <p:cNvSpPr/>
            <p:nvPr/>
          </p:nvSpPr>
          <p:spPr>
            <a:xfrm rot="5400000" flipH="1">
              <a:off x="4943427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" name="Google Shape;588;p60"/>
            <p:cNvSpPr/>
            <p:nvPr/>
          </p:nvSpPr>
          <p:spPr>
            <a:xfrm rot="5400000" flipH="1">
              <a:off x="4421313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" name="Google Shape;589;p60"/>
            <p:cNvSpPr/>
            <p:nvPr/>
          </p:nvSpPr>
          <p:spPr>
            <a:xfrm rot="5400000" flipH="1">
              <a:off x="3964218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" name="Google Shape;590;p60"/>
            <p:cNvSpPr/>
            <p:nvPr/>
          </p:nvSpPr>
          <p:spPr>
            <a:xfrm rot="5400000" flipH="1">
              <a:off x="3796016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" name="Google Shape;591;p60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" name="Google Shape;592;p60"/>
            <p:cNvSpPr/>
            <p:nvPr/>
          </p:nvSpPr>
          <p:spPr>
            <a:xfrm rot="5400000">
              <a:off x="1771725" y="32290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" name="Google Shape;593;p60"/>
            <p:cNvSpPr/>
            <p:nvPr/>
          </p:nvSpPr>
          <p:spPr>
            <a:xfrm rot="-5400000">
              <a:off x="7143825" y="-1781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" name="Google Shape;594;p60"/>
            <p:cNvSpPr/>
            <p:nvPr/>
          </p:nvSpPr>
          <p:spPr>
            <a:xfrm>
              <a:off x="8925000" y="0"/>
              <a:ext cx="2190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" name="Google Shape;595;p60"/>
            <p:cNvSpPr/>
            <p:nvPr/>
          </p:nvSpPr>
          <p:spPr>
            <a:xfrm rot="5400000">
              <a:off x="1771725" y="-17812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60"/>
            <p:cNvSpPr/>
            <p:nvPr/>
          </p:nvSpPr>
          <p:spPr>
            <a:xfrm rot="-5400000">
              <a:off x="7143825" y="3143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97" name="Google Shape;597;p60"/>
          <p:cNvSpPr txBox="1">
            <a:spLocks noGrp="1"/>
          </p:cNvSpPr>
          <p:nvPr>
            <p:ph type="body" idx="1"/>
          </p:nvPr>
        </p:nvSpPr>
        <p:spPr>
          <a:xfrm>
            <a:off x="540000" y="3380825"/>
            <a:ext cx="8064000" cy="3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98" name="Google Shape;598;p60"/>
          <p:cNvSpPr txBox="1">
            <a:spLocks noGrp="1"/>
          </p:cNvSpPr>
          <p:nvPr>
            <p:ph type="title" hasCustomPrompt="1"/>
          </p:nvPr>
        </p:nvSpPr>
        <p:spPr>
          <a:xfrm>
            <a:off x="540000" y="1590000"/>
            <a:ext cx="80640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8" r:id="rId4"/>
    <p:sldLayoutId id="2147483668" r:id="rId5"/>
    <p:sldLayoutId id="2147483678" r:id="rId6"/>
    <p:sldLayoutId id="2147483681" r:id="rId7"/>
    <p:sldLayoutId id="2147483690" r:id="rId8"/>
    <p:sldLayoutId id="214748369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8">
          <p15:clr>
            <a:srgbClr val="EA4335"/>
          </p15:clr>
        </p15:guide>
        <p15:guide id="2" orient="horz" pos="2903">
          <p15:clr>
            <a:srgbClr val="EA4335"/>
          </p15:clr>
        </p15:guide>
        <p15:guide id="3" pos="451">
          <p15:clr>
            <a:srgbClr val="EA4335"/>
          </p15:clr>
        </p15:guide>
        <p15:guide id="4" pos="5309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8" name="Google Shape;338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4">
          <p15:clr>
            <a:srgbClr val="EA4335"/>
          </p15:clr>
        </p15:guide>
        <p15:guide id="2" orient="horz" pos="2786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5.wdp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6" Type="http://schemas.microsoft.com/office/2007/relationships/hdphoto" Target="../media/hdphoto2.wdp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4.png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09073E8-A182-32BC-4F2B-A9C5ACD0D5C8}"/>
              </a:ext>
            </a:extLst>
          </p:cNvPr>
          <p:cNvSpPr/>
          <p:nvPr/>
        </p:nvSpPr>
        <p:spPr>
          <a:xfrm>
            <a:off x="4832254" y="3675277"/>
            <a:ext cx="4010056" cy="7926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2" name="Google Shape;612;p66"/>
          <p:cNvSpPr txBox="1">
            <a:spLocks noGrp="1"/>
          </p:cNvSpPr>
          <p:nvPr>
            <p:ph type="ctrTitle"/>
          </p:nvPr>
        </p:nvSpPr>
        <p:spPr>
          <a:xfrm>
            <a:off x="698810" y="1109218"/>
            <a:ext cx="7762288" cy="18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 dirty="0">
                <a:solidFill>
                  <a:schemeClr val="accent4">
                    <a:lumMod val="75000"/>
                  </a:schemeClr>
                </a:solidFill>
              </a:rPr>
              <a:t>Домашняя библиотека </a:t>
            </a:r>
            <a:r>
              <a:rPr lang="en-US" sz="5100" dirty="0">
                <a:solidFill>
                  <a:schemeClr val="accent4">
                    <a:lumMod val="75000"/>
                  </a:schemeClr>
                </a:solidFill>
              </a:rPr>
              <a:t>E-Book</a:t>
            </a:r>
            <a:endParaRPr sz="5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3" name="Google Shape;613;p66"/>
          <p:cNvSpPr txBox="1">
            <a:spLocks noGrp="1"/>
          </p:cNvSpPr>
          <p:nvPr>
            <p:ph type="subTitle" idx="1"/>
          </p:nvPr>
        </p:nvSpPr>
        <p:spPr>
          <a:xfrm>
            <a:off x="4405024" y="3669236"/>
            <a:ext cx="4424617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4">
                    <a:lumMod val="50000"/>
                  </a:schemeClr>
                </a:solidFill>
              </a:rPr>
              <a:t>Разработали студенты 3 курса группы ИС-35: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4">
                    <a:lumMod val="50000"/>
                  </a:schemeClr>
                </a:solidFill>
              </a:rPr>
              <a:t> Куликов Андрей, Чимбай Роман, Коротких Татьяна, Рулев Илья</a:t>
            </a:r>
            <a:endParaRPr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614" name="Google Shape;614;p66"/>
          <p:cNvGrpSpPr/>
          <p:nvPr/>
        </p:nvGrpSpPr>
        <p:grpSpPr>
          <a:xfrm>
            <a:off x="637993" y="2365488"/>
            <a:ext cx="4048654" cy="2351539"/>
            <a:chOff x="953187" y="2352950"/>
            <a:chExt cx="4174300" cy="2424517"/>
          </a:xfrm>
        </p:grpSpPr>
        <p:sp>
          <p:nvSpPr>
            <p:cNvPr id="615" name="Google Shape;615;p66"/>
            <p:cNvSpPr/>
            <p:nvPr/>
          </p:nvSpPr>
          <p:spPr>
            <a:xfrm>
              <a:off x="953187" y="4251247"/>
              <a:ext cx="4174300" cy="526220"/>
            </a:xfrm>
            <a:custGeom>
              <a:avLst/>
              <a:gdLst/>
              <a:ahLst/>
              <a:cxnLst/>
              <a:rect l="l" t="t" r="r" b="b"/>
              <a:pathLst>
                <a:path w="166972" h="15234" extrusionOk="0">
                  <a:moveTo>
                    <a:pt x="83486" y="1"/>
                  </a:moveTo>
                  <a:cubicBezTo>
                    <a:pt x="37370" y="1"/>
                    <a:pt x="1" y="3411"/>
                    <a:pt x="1" y="7617"/>
                  </a:cubicBezTo>
                  <a:cubicBezTo>
                    <a:pt x="1" y="11823"/>
                    <a:pt x="37370" y="15233"/>
                    <a:pt x="83486" y="15233"/>
                  </a:cubicBezTo>
                  <a:cubicBezTo>
                    <a:pt x="129602" y="15233"/>
                    <a:pt x="166971" y="11823"/>
                    <a:pt x="166971" y="7617"/>
                  </a:cubicBezTo>
                  <a:cubicBezTo>
                    <a:pt x="166971" y="3411"/>
                    <a:pt x="129602" y="1"/>
                    <a:pt x="834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" name="Google Shape;616;p66"/>
            <p:cNvSpPr/>
            <p:nvPr/>
          </p:nvSpPr>
          <p:spPr>
            <a:xfrm>
              <a:off x="3151725" y="3745425"/>
              <a:ext cx="1626850" cy="696250"/>
            </a:xfrm>
            <a:custGeom>
              <a:avLst/>
              <a:gdLst/>
              <a:ahLst/>
              <a:cxnLst/>
              <a:rect l="l" t="t" r="r" b="b"/>
              <a:pathLst>
                <a:path w="65074" h="27850" extrusionOk="0">
                  <a:moveTo>
                    <a:pt x="1" y="1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25025"/>
                  </a:lnTo>
                  <a:lnTo>
                    <a:pt x="56808" y="25025"/>
                  </a:lnTo>
                  <a:lnTo>
                    <a:pt x="56808" y="2825"/>
                  </a:lnTo>
                  <a:lnTo>
                    <a:pt x="65073" y="2825"/>
                  </a:lnTo>
                  <a:lnTo>
                    <a:pt x="650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" name="Google Shape;617;p66"/>
            <p:cNvSpPr/>
            <p:nvPr/>
          </p:nvSpPr>
          <p:spPr>
            <a:xfrm>
              <a:off x="1524925" y="3745425"/>
              <a:ext cx="1626825" cy="696250"/>
            </a:xfrm>
            <a:custGeom>
              <a:avLst/>
              <a:gdLst/>
              <a:ahLst/>
              <a:cxnLst/>
              <a:rect l="l" t="t" r="r" b="b"/>
              <a:pathLst>
                <a:path w="65073" h="27850" extrusionOk="0">
                  <a:moveTo>
                    <a:pt x="0" y="1"/>
                  </a:moveTo>
                  <a:lnTo>
                    <a:pt x="0" y="27850"/>
                  </a:lnTo>
                  <a:lnTo>
                    <a:pt x="65073" y="27850"/>
                  </a:lnTo>
                  <a:lnTo>
                    <a:pt x="650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" name="Google Shape;618;p66"/>
            <p:cNvSpPr/>
            <p:nvPr/>
          </p:nvSpPr>
          <p:spPr>
            <a:xfrm>
              <a:off x="1371125" y="3745425"/>
              <a:ext cx="308125" cy="696250"/>
            </a:xfrm>
            <a:custGeom>
              <a:avLst/>
              <a:gdLst/>
              <a:ahLst/>
              <a:cxnLst/>
              <a:rect l="l" t="t" r="r" b="b"/>
              <a:pathLst>
                <a:path w="12325" h="27850" extrusionOk="0">
                  <a:moveTo>
                    <a:pt x="6152" y="1"/>
                  </a:moveTo>
                  <a:cubicBezTo>
                    <a:pt x="2763" y="1"/>
                    <a:pt x="1" y="6236"/>
                    <a:pt x="1" y="13936"/>
                  </a:cubicBezTo>
                  <a:cubicBezTo>
                    <a:pt x="1" y="21615"/>
                    <a:pt x="2763" y="27850"/>
                    <a:pt x="6152" y="27850"/>
                  </a:cubicBezTo>
                  <a:cubicBezTo>
                    <a:pt x="9563" y="27850"/>
                    <a:pt x="12325" y="21615"/>
                    <a:pt x="12325" y="13936"/>
                  </a:cubicBezTo>
                  <a:cubicBezTo>
                    <a:pt x="12325" y="6236"/>
                    <a:pt x="9563" y="1"/>
                    <a:pt x="6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" name="Google Shape;619;p66"/>
            <p:cNvSpPr/>
            <p:nvPr/>
          </p:nvSpPr>
          <p:spPr>
            <a:xfrm>
              <a:off x="2992725" y="3745425"/>
              <a:ext cx="307600" cy="696250"/>
            </a:xfrm>
            <a:custGeom>
              <a:avLst/>
              <a:gdLst/>
              <a:ahLst/>
              <a:cxnLst/>
              <a:rect l="l" t="t" r="r" b="b"/>
              <a:pathLst>
                <a:path w="12304" h="27850" extrusionOk="0">
                  <a:moveTo>
                    <a:pt x="6152" y="1"/>
                  </a:moveTo>
                  <a:cubicBezTo>
                    <a:pt x="2741" y="1"/>
                    <a:pt x="0" y="6236"/>
                    <a:pt x="0" y="13936"/>
                  </a:cubicBezTo>
                  <a:cubicBezTo>
                    <a:pt x="0" y="21615"/>
                    <a:pt x="2741" y="27850"/>
                    <a:pt x="6152" y="27850"/>
                  </a:cubicBezTo>
                  <a:cubicBezTo>
                    <a:pt x="9541" y="27850"/>
                    <a:pt x="12303" y="21615"/>
                    <a:pt x="12303" y="13936"/>
                  </a:cubicBezTo>
                  <a:cubicBezTo>
                    <a:pt x="12303" y="6236"/>
                    <a:pt x="9541" y="1"/>
                    <a:pt x="6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" name="Google Shape;620;p66"/>
            <p:cNvSpPr/>
            <p:nvPr/>
          </p:nvSpPr>
          <p:spPr>
            <a:xfrm>
              <a:off x="3099950" y="3816050"/>
              <a:ext cx="245350" cy="555025"/>
            </a:xfrm>
            <a:custGeom>
              <a:avLst/>
              <a:gdLst/>
              <a:ahLst/>
              <a:cxnLst/>
              <a:rect l="l" t="t" r="r" b="b"/>
              <a:pathLst>
                <a:path w="9814" h="22201" extrusionOk="0">
                  <a:moveTo>
                    <a:pt x="4917" y="0"/>
                  </a:moveTo>
                  <a:cubicBezTo>
                    <a:pt x="2197" y="0"/>
                    <a:pt x="0" y="4980"/>
                    <a:pt x="0" y="11111"/>
                  </a:cubicBezTo>
                  <a:cubicBezTo>
                    <a:pt x="0" y="17241"/>
                    <a:pt x="2197" y="22200"/>
                    <a:pt x="4917" y="22200"/>
                  </a:cubicBezTo>
                  <a:cubicBezTo>
                    <a:pt x="7617" y="22200"/>
                    <a:pt x="9814" y="17241"/>
                    <a:pt x="9814" y="11111"/>
                  </a:cubicBezTo>
                  <a:cubicBezTo>
                    <a:pt x="9814" y="4980"/>
                    <a:pt x="7617" y="0"/>
                    <a:pt x="49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" name="Google Shape;621;p66"/>
            <p:cNvSpPr/>
            <p:nvPr/>
          </p:nvSpPr>
          <p:spPr>
            <a:xfrm>
              <a:off x="3222875" y="3816050"/>
              <a:ext cx="1497100" cy="555025"/>
            </a:xfrm>
            <a:custGeom>
              <a:avLst/>
              <a:gdLst/>
              <a:ahLst/>
              <a:cxnLst/>
              <a:rect l="l" t="t" r="r" b="b"/>
              <a:pathLst>
                <a:path w="59884" h="22201" extrusionOk="0">
                  <a:moveTo>
                    <a:pt x="0" y="0"/>
                  </a:moveTo>
                  <a:lnTo>
                    <a:pt x="0" y="22200"/>
                  </a:lnTo>
                  <a:lnTo>
                    <a:pt x="59884" y="22200"/>
                  </a:lnTo>
                  <a:cubicBezTo>
                    <a:pt x="58587" y="22200"/>
                    <a:pt x="57519" y="17241"/>
                    <a:pt x="57519" y="11111"/>
                  </a:cubicBezTo>
                  <a:cubicBezTo>
                    <a:pt x="57519" y="4980"/>
                    <a:pt x="58587" y="0"/>
                    <a:pt x="59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" name="Google Shape;622;p66"/>
            <p:cNvSpPr/>
            <p:nvPr/>
          </p:nvSpPr>
          <p:spPr>
            <a:xfrm>
              <a:off x="4753950" y="3745425"/>
              <a:ext cx="49200" cy="70650"/>
            </a:xfrm>
            <a:custGeom>
              <a:avLst/>
              <a:gdLst/>
              <a:ahLst/>
              <a:cxnLst/>
              <a:rect l="l" t="t" r="r" b="b"/>
              <a:pathLst>
                <a:path w="1968" h="2826" extrusionOk="0">
                  <a:moveTo>
                    <a:pt x="984" y="1"/>
                  </a:moveTo>
                  <a:cubicBezTo>
                    <a:pt x="440" y="1"/>
                    <a:pt x="1" y="628"/>
                    <a:pt x="1" y="1423"/>
                  </a:cubicBezTo>
                  <a:cubicBezTo>
                    <a:pt x="1" y="2198"/>
                    <a:pt x="440" y="2825"/>
                    <a:pt x="984" y="2825"/>
                  </a:cubicBezTo>
                  <a:cubicBezTo>
                    <a:pt x="1528" y="2825"/>
                    <a:pt x="1968" y="2198"/>
                    <a:pt x="1968" y="1423"/>
                  </a:cubicBezTo>
                  <a:cubicBezTo>
                    <a:pt x="1968" y="628"/>
                    <a:pt x="1528" y="1"/>
                    <a:pt x="9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" name="Google Shape;623;p66"/>
            <p:cNvSpPr/>
            <p:nvPr/>
          </p:nvSpPr>
          <p:spPr>
            <a:xfrm>
              <a:off x="4753950" y="4371050"/>
              <a:ext cx="49200" cy="70625"/>
            </a:xfrm>
            <a:custGeom>
              <a:avLst/>
              <a:gdLst/>
              <a:ahLst/>
              <a:cxnLst/>
              <a:rect l="l" t="t" r="r" b="b"/>
              <a:pathLst>
                <a:path w="1968" h="2825" extrusionOk="0">
                  <a:moveTo>
                    <a:pt x="984" y="0"/>
                  </a:moveTo>
                  <a:cubicBezTo>
                    <a:pt x="440" y="0"/>
                    <a:pt x="1" y="628"/>
                    <a:pt x="1" y="1423"/>
                  </a:cubicBezTo>
                  <a:cubicBezTo>
                    <a:pt x="1" y="2197"/>
                    <a:pt x="440" y="2825"/>
                    <a:pt x="984" y="2825"/>
                  </a:cubicBezTo>
                  <a:cubicBezTo>
                    <a:pt x="1528" y="2825"/>
                    <a:pt x="1968" y="2197"/>
                    <a:pt x="1968" y="1423"/>
                  </a:cubicBezTo>
                  <a:cubicBezTo>
                    <a:pt x="1968" y="628"/>
                    <a:pt x="1528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" name="Google Shape;624;p66"/>
            <p:cNvSpPr/>
            <p:nvPr/>
          </p:nvSpPr>
          <p:spPr>
            <a:xfrm>
              <a:off x="3345275" y="3941600"/>
              <a:ext cx="205075" cy="320675"/>
            </a:xfrm>
            <a:custGeom>
              <a:avLst/>
              <a:gdLst/>
              <a:ahLst/>
              <a:cxnLst/>
              <a:rect l="l" t="t" r="r" b="b"/>
              <a:pathLst>
                <a:path w="8203" h="12827" extrusionOk="0">
                  <a:moveTo>
                    <a:pt x="1" y="0"/>
                  </a:moveTo>
                  <a:lnTo>
                    <a:pt x="1" y="12826"/>
                  </a:lnTo>
                  <a:lnTo>
                    <a:pt x="4102" y="9123"/>
                  </a:lnTo>
                  <a:lnTo>
                    <a:pt x="8203" y="12826"/>
                  </a:lnTo>
                  <a:lnTo>
                    <a:pt x="8203" y="0"/>
                  </a:ln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" name="Google Shape;625;p66"/>
            <p:cNvSpPr/>
            <p:nvPr/>
          </p:nvSpPr>
          <p:spPr>
            <a:xfrm>
              <a:off x="2862975" y="3049200"/>
              <a:ext cx="1626850" cy="696250"/>
            </a:xfrm>
            <a:custGeom>
              <a:avLst/>
              <a:gdLst/>
              <a:ahLst/>
              <a:cxnLst/>
              <a:rect l="l" t="t" r="r" b="b"/>
              <a:pathLst>
                <a:path w="65074" h="27850" extrusionOk="0">
                  <a:moveTo>
                    <a:pt x="1" y="0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25025"/>
                  </a:lnTo>
                  <a:lnTo>
                    <a:pt x="56809" y="25025"/>
                  </a:lnTo>
                  <a:lnTo>
                    <a:pt x="56809" y="2825"/>
                  </a:lnTo>
                  <a:lnTo>
                    <a:pt x="65073" y="2825"/>
                  </a:lnTo>
                  <a:lnTo>
                    <a:pt x="65073" y="0"/>
                  </a:ln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" name="Google Shape;626;p66"/>
            <p:cNvSpPr/>
            <p:nvPr/>
          </p:nvSpPr>
          <p:spPr>
            <a:xfrm>
              <a:off x="1236175" y="3049200"/>
              <a:ext cx="1626825" cy="696250"/>
            </a:xfrm>
            <a:custGeom>
              <a:avLst/>
              <a:gdLst/>
              <a:ahLst/>
              <a:cxnLst/>
              <a:rect l="l" t="t" r="r" b="b"/>
              <a:pathLst>
                <a:path w="65073" h="27850" extrusionOk="0">
                  <a:moveTo>
                    <a:pt x="1" y="0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" name="Google Shape;627;p66"/>
            <p:cNvSpPr/>
            <p:nvPr/>
          </p:nvSpPr>
          <p:spPr>
            <a:xfrm>
              <a:off x="1082375" y="3049200"/>
              <a:ext cx="307625" cy="696250"/>
            </a:xfrm>
            <a:custGeom>
              <a:avLst/>
              <a:gdLst/>
              <a:ahLst/>
              <a:cxnLst/>
              <a:rect l="l" t="t" r="r" b="b"/>
              <a:pathLst>
                <a:path w="12305" h="27850" extrusionOk="0">
                  <a:moveTo>
                    <a:pt x="6153" y="0"/>
                  </a:moveTo>
                  <a:cubicBezTo>
                    <a:pt x="2763" y="0"/>
                    <a:pt x="1" y="6236"/>
                    <a:pt x="1" y="13915"/>
                  </a:cubicBezTo>
                  <a:cubicBezTo>
                    <a:pt x="1" y="21614"/>
                    <a:pt x="2763" y="27850"/>
                    <a:pt x="6153" y="27850"/>
                  </a:cubicBezTo>
                  <a:cubicBezTo>
                    <a:pt x="9563" y="27850"/>
                    <a:pt x="12304" y="21614"/>
                    <a:pt x="12304" y="13915"/>
                  </a:cubicBezTo>
                  <a:cubicBezTo>
                    <a:pt x="12304" y="6236"/>
                    <a:pt x="9563" y="0"/>
                    <a:pt x="6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" name="Google Shape;628;p66"/>
            <p:cNvSpPr/>
            <p:nvPr/>
          </p:nvSpPr>
          <p:spPr>
            <a:xfrm>
              <a:off x="2703450" y="3049200"/>
              <a:ext cx="308125" cy="696250"/>
            </a:xfrm>
            <a:custGeom>
              <a:avLst/>
              <a:gdLst/>
              <a:ahLst/>
              <a:cxnLst/>
              <a:rect l="l" t="t" r="r" b="b"/>
              <a:pathLst>
                <a:path w="12325" h="27850" extrusionOk="0">
                  <a:moveTo>
                    <a:pt x="6173" y="0"/>
                  </a:moveTo>
                  <a:cubicBezTo>
                    <a:pt x="2762" y="0"/>
                    <a:pt x="0" y="6236"/>
                    <a:pt x="0" y="13915"/>
                  </a:cubicBezTo>
                  <a:cubicBezTo>
                    <a:pt x="0" y="21614"/>
                    <a:pt x="2762" y="27850"/>
                    <a:pt x="6173" y="27850"/>
                  </a:cubicBezTo>
                  <a:cubicBezTo>
                    <a:pt x="9562" y="27850"/>
                    <a:pt x="12324" y="21614"/>
                    <a:pt x="12324" y="13915"/>
                  </a:cubicBezTo>
                  <a:cubicBezTo>
                    <a:pt x="12324" y="6236"/>
                    <a:pt x="9562" y="0"/>
                    <a:pt x="6173" y="0"/>
                  </a:cubicBez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" name="Google Shape;629;p66"/>
            <p:cNvSpPr/>
            <p:nvPr/>
          </p:nvSpPr>
          <p:spPr>
            <a:xfrm>
              <a:off x="2811200" y="3119825"/>
              <a:ext cx="245350" cy="555000"/>
            </a:xfrm>
            <a:custGeom>
              <a:avLst/>
              <a:gdLst/>
              <a:ahLst/>
              <a:cxnLst/>
              <a:rect l="l" t="t" r="r" b="b"/>
              <a:pathLst>
                <a:path w="9814" h="22200" extrusionOk="0">
                  <a:moveTo>
                    <a:pt x="4897" y="0"/>
                  </a:moveTo>
                  <a:cubicBezTo>
                    <a:pt x="2198" y="0"/>
                    <a:pt x="1" y="4959"/>
                    <a:pt x="1" y="11090"/>
                  </a:cubicBezTo>
                  <a:cubicBezTo>
                    <a:pt x="1" y="17220"/>
                    <a:pt x="2198" y="22200"/>
                    <a:pt x="4897" y="22200"/>
                  </a:cubicBezTo>
                  <a:cubicBezTo>
                    <a:pt x="7617" y="22200"/>
                    <a:pt x="9814" y="17220"/>
                    <a:pt x="9814" y="11090"/>
                  </a:cubicBezTo>
                  <a:cubicBezTo>
                    <a:pt x="9814" y="4959"/>
                    <a:pt x="7617" y="0"/>
                    <a:pt x="4897" y="0"/>
                  </a:cubicBezTo>
                  <a:close/>
                </a:path>
              </a:pathLst>
            </a:custGeom>
            <a:solidFill>
              <a:srgbClr val="FFF9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66"/>
            <p:cNvSpPr/>
            <p:nvPr/>
          </p:nvSpPr>
          <p:spPr>
            <a:xfrm>
              <a:off x="2933600" y="3119825"/>
              <a:ext cx="1497125" cy="555000"/>
            </a:xfrm>
            <a:custGeom>
              <a:avLst/>
              <a:gdLst/>
              <a:ahLst/>
              <a:cxnLst/>
              <a:rect l="l" t="t" r="r" b="b"/>
              <a:pathLst>
                <a:path w="59885" h="22200" extrusionOk="0">
                  <a:moveTo>
                    <a:pt x="1" y="0"/>
                  </a:moveTo>
                  <a:lnTo>
                    <a:pt x="1" y="22200"/>
                  </a:lnTo>
                  <a:lnTo>
                    <a:pt x="59884" y="22200"/>
                  </a:lnTo>
                  <a:cubicBezTo>
                    <a:pt x="58587" y="22200"/>
                    <a:pt x="57541" y="17220"/>
                    <a:pt x="57541" y="11090"/>
                  </a:cubicBezTo>
                  <a:cubicBezTo>
                    <a:pt x="57541" y="4980"/>
                    <a:pt x="58587" y="0"/>
                    <a:pt x="59884" y="0"/>
                  </a:cubicBezTo>
                  <a:close/>
                </a:path>
              </a:pathLst>
            </a:custGeom>
            <a:solidFill>
              <a:srgbClr val="FFF9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" name="Google Shape;631;p66"/>
            <p:cNvSpPr/>
            <p:nvPr/>
          </p:nvSpPr>
          <p:spPr>
            <a:xfrm>
              <a:off x="4465225" y="3049200"/>
              <a:ext cx="48650" cy="70625"/>
            </a:xfrm>
            <a:custGeom>
              <a:avLst/>
              <a:gdLst/>
              <a:ahLst/>
              <a:cxnLst/>
              <a:rect l="l" t="t" r="r" b="b"/>
              <a:pathLst>
                <a:path w="1946" h="2825" extrusionOk="0">
                  <a:moveTo>
                    <a:pt x="983" y="0"/>
                  </a:moveTo>
                  <a:cubicBezTo>
                    <a:pt x="439" y="0"/>
                    <a:pt x="0" y="628"/>
                    <a:pt x="0" y="1402"/>
                  </a:cubicBezTo>
                  <a:cubicBezTo>
                    <a:pt x="0" y="2197"/>
                    <a:pt x="439" y="2825"/>
                    <a:pt x="983" y="2825"/>
                  </a:cubicBezTo>
                  <a:cubicBezTo>
                    <a:pt x="1507" y="2825"/>
                    <a:pt x="1946" y="2197"/>
                    <a:pt x="1946" y="1402"/>
                  </a:cubicBezTo>
                  <a:cubicBezTo>
                    <a:pt x="1946" y="628"/>
                    <a:pt x="1507" y="0"/>
                    <a:pt x="983" y="0"/>
                  </a:cubicBez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" name="Google Shape;632;p66"/>
            <p:cNvSpPr/>
            <p:nvPr/>
          </p:nvSpPr>
          <p:spPr>
            <a:xfrm>
              <a:off x="4465225" y="3674800"/>
              <a:ext cx="49175" cy="70650"/>
            </a:xfrm>
            <a:custGeom>
              <a:avLst/>
              <a:gdLst/>
              <a:ahLst/>
              <a:cxnLst/>
              <a:rect l="l" t="t" r="r" b="b"/>
              <a:pathLst>
                <a:path w="1967" h="2826" extrusionOk="0">
                  <a:moveTo>
                    <a:pt x="983" y="1"/>
                  </a:moveTo>
                  <a:cubicBezTo>
                    <a:pt x="439" y="1"/>
                    <a:pt x="0" y="629"/>
                    <a:pt x="0" y="1403"/>
                  </a:cubicBezTo>
                  <a:cubicBezTo>
                    <a:pt x="0" y="2198"/>
                    <a:pt x="439" y="2826"/>
                    <a:pt x="983" y="2826"/>
                  </a:cubicBezTo>
                  <a:cubicBezTo>
                    <a:pt x="1527" y="2826"/>
                    <a:pt x="1967" y="2198"/>
                    <a:pt x="1967" y="1403"/>
                  </a:cubicBezTo>
                  <a:cubicBezTo>
                    <a:pt x="1967" y="629"/>
                    <a:pt x="1527" y="1"/>
                    <a:pt x="9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" name="Google Shape;633;p66"/>
            <p:cNvSpPr/>
            <p:nvPr/>
          </p:nvSpPr>
          <p:spPr>
            <a:xfrm>
              <a:off x="3347375" y="2352950"/>
              <a:ext cx="1626300" cy="696275"/>
            </a:xfrm>
            <a:custGeom>
              <a:avLst/>
              <a:gdLst/>
              <a:ahLst/>
              <a:cxnLst/>
              <a:rect l="l" t="t" r="r" b="b"/>
              <a:pathLst>
                <a:path w="65052" h="27851" extrusionOk="0">
                  <a:moveTo>
                    <a:pt x="0" y="1"/>
                  </a:moveTo>
                  <a:lnTo>
                    <a:pt x="0" y="27850"/>
                  </a:lnTo>
                  <a:lnTo>
                    <a:pt x="65052" y="27850"/>
                  </a:lnTo>
                  <a:lnTo>
                    <a:pt x="65052" y="25005"/>
                  </a:lnTo>
                  <a:lnTo>
                    <a:pt x="56787" y="25005"/>
                  </a:lnTo>
                  <a:lnTo>
                    <a:pt x="56787" y="2826"/>
                  </a:lnTo>
                  <a:lnTo>
                    <a:pt x="65052" y="2826"/>
                  </a:lnTo>
                  <a:lnTo>
                    <a:pt x="65052" y="1"/>
                  </a:lnTo>
                  <a:close/>
                </a:path>
              </a:pathLst>
            </a:custGeom>
            <a:solidFill>
              <a:srgbClr val="7164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" name="Google Shape;634;p66"/>
            <p:cNvSpPr/>
            <p:nvPr/>
          </p:nvSpPr>
          <p:spPr>
            <a:xfrm>
              <a:off x="1720550" y="2352950"/>
              <a:ext cx="1626325" cy="696275"/>
            </a:xfrm>
            <a:custGeom>
              <a:avLst/>
              <a:gdLst/>
              <a:ahLst/>
              <a:cxnLst/>
              <a:rect l="l" t="t" r="r" b="b"/>
              <a:pathLst>
                <a:path w="65053" h="27851" extrusionOk="0">
                  <a:moveTo>
                    <a:pt x="1" y="1"/>
                  </a:moveTo>
                  <a:lnTo>
                    <a:pt x="1" y="27850"/>
                  </a:lnTo>
                  <a:lnTo>
                    <a:pt x="65052" y="27850"/>
                  </a:lnTo>
                  <a:lnTo>
                    <a:pt x="650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" name="Google Shape;635;p66"/>
            <p:cNvSpPr/>
            <p:nvPr/>
          </p:nvSpPr>
          <p:spPr>
            <a:xfrm>
              <a:off x="1566250" y="2352950"/>
              <a:ext cx="308125" cy="696275"/>
            </a:xfrm>
            <a:custGeom>
              <a:avLst/>
              <a:gdLst/>
              <a:ahLst/>
              <a:cxnLst/>
              <a:rect l="l" t="t" r="r" b="b"/>
              <a:pathLst>
                <a:path w="12325" h="27851" extrusionOk="0">
                  <a:moveTo>
                    <a:pt x="6173" y="1"/>
                  </a:moveTo>
                  <a:cubicBezTo>
                    <a:pt x="2762" y="1"/>
                    <a:pt x="0" y="6236"/>
                    <a:pt x="0" y="13915"/>
                  </a:cubicBezTo>
                  <a:cubicBezTo>
                    <a:pt x="0" y="21615"/>
                    <a:pt x="2762" y="27850"/>
                    <a:pt x="6173" y="27850"/>
                  </a:cubicBezTo>
                  <a:cubicBezTo>
                    <a:pt x="9562" y="27850"/>
                    <a:pt x="12324" y="21615"/>
                    <a:pt x="12324" y="13915"/>
                  </a:cubicBezTo>
                  <a:cubicBezTo>
                    <a:pt x="12324" y="6236"/>
                    <a:pt x="9562" y="1"/>
                    <a:pt x="6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" name="Google Shape;636;p66"/>
            <p:cNvSpPr/>
            <p:nvPr/>
          </p:nvSpPr>
          <p:spPr>
            <a:xfrm>
              <a:off x="3187825" y="2352950"/>
              <a:ext cx="307600" cy="696275"/>
            </a:xfrm>
            <a:custGeom>
              <a:avLst/>
              <a:gdLst/>
              <a:ahLst/>
              <a:cxnLst/>
              <a:rect l="l" t="t" r="r" b="b"/>
              <a:pathLst>
                <a:path w="12304" h="27851" extrusionOk="0">
                  <a:moveTo>
                    <a:pt x="6152" y="1"/>
                  </a:moveTo>
                  <a:cubicBezTo>
                    <a:pt x="2762" y="1"/>
                    <a:pt x="1" y="6236"/>
                    <a:pt x="1" y="13915"/>
                  </a:cubicBezTo>
                  <a:cubicBezTo>
                    <a:pt x="1" y="21615"/>
                    <a:pt x="2762" y="27850"/>
                    <a:pt x="6152" y="27850"/>
                  </a:cubicBezTo>
                  <a:cubicBezTo>
                    <a:pt x="9563" y="27850"/>
                    <a:pt x="12304" y="21615"/>
                    <a:pt x="12304" y="13915"/>
                  </a:cubicBezTo>
                  <a:cubicBezTo>
                    <a:pt x="12304" y="6236"/>
                    <a:pt x="9563" y="1"/>
                    <a:pt x="6152" y="1"/>
                  </a:cubicBezTo>
                  <a:close/>
                </a:path>
              </a:pathLst>
            </a:custGeom>
            <a:solidFill>
              <a:srgbClr val="7164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" name="Google Shape;637;p66"/>
            <p:cNvSpPr/>
            <p:nvPr/>
          </p:nvSpPr>
          <p:spPr>
            <a:xfrm>
              <a:off x="3295050" y="2423575"/>
              <a:ext cx="245375" cy="555025"/>
            </a:xfrm>
            <a:custGeom>
              <a:avLst/>
              <a:gdLst/>
              <a:ahLst/>
              <a:cxnLst/>
              <a:rect l="l" t="t" r="r" b="b"/>
              <a:pathLst>
                <a:path w="9815" h="22201" extrusionOk="0">
                  <a:moveTo>
                    <a:pt x="4918" y="1"/>
                  </a:moveTo>
                  <a:cubicBezTo>
                    <a:pt x="2198" y="1"/>
                    <a:pt x="1" y="4960"/>
                    <a:pt x="1" y="11090"/>
                  </a:cubicBezTo>
                  <a:cubicBezTo>
                    <a:pt x="1" y="17221"/>
                    <a:pt x="2198" y="22201"/>
                    <a:pt x="4918" y="22201"/>
                  </a:cubicBezTo>
                  <a:cubicBezTo>
                    <a:pt x="7617" y="22201"/>
                    <a:pt x="9814" y="17221"/>
                    <a:pt x="9814" y="11090"/>
                  </a:cubicBezTo>
                  <a:cubicBezTo>
                    <a:pt x="9814" y="4960"/>
                    <a:pt x="7617" y="1"/>
                    <a:pt x="49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" name="Google Shape;638;p66"/>
            <p:cNvSpPr/>
            <p:nvPr/>
          </p:nvSpPr>
          <p:spPr>
            <a:xfrm>
              <a:off x="3417975" y="2423575"/>
              <a:ext cx="1497125" cy="554500"/>
            </a:xfrm>
            <a:custGeom>
              <a:avLst/>
              <a:gdLst/>
              <a:ahLst/>
              <a:cxnLst/>
              <a:rect l="l" t="t" r="r" b="b"/>
              <a:pathLst>
                <a:path w="59885" h="22180" extrusionOk="0">
                  <a:moveTo>
                    <a:pt x="1" y="1"/>
                  </a:moveTo>
                  <a:lnTo>
                    <a:pt x="1" y="22180"/>
                  </a:lnTo>
                  <a:lnTo>
                    <a:pt x="59884" y="22180"/>
                  </a:lnTo>
                  <a:cubicBezTo>
                    <a:pt x="58587" y="22180"/>
                    <a:pt x="57541" y="17221"/>
                    <a:pt x="57541" y="11090"/>
                  </a:cubicBezTo>
                  <a:cubicBezTo>
                    <a:pt x="57541" y="4960"/>
                    <a:pt x="58587" y="1"/>
                    <a:pt x="59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" name="Google Shape;639;p66"/>
            <p:cNvSpPr/>
            <p:nvPr/>
          </p:nvSpPr>
          <p:spPr>
            <a:xfrm>
              <a:off x="4949600" y="2352950"/>
              <a:ext cx="48675" cy="70650"/>
            </a:xfrm>
            <a:custGeom>
              <a:avLst/>
              <a:gdLst/>
              <a:ahLst/>
              <a:cxnLst/>
              <a:rect l="l" t="t" r="r" b="b"/>
              <a:pathLst>
                <a:path w="1947" h="2826" extrusionOk="0">
                  <a:moveTo>
                    <a:pt x="963" y="1"/>
                  </a:moveTo>
                  <a:cubicBezTo>
                    <a:pt x="440" y="1"/>
                    <a:pt x="0" y="629"/>
                    <a:pt x="0" y="1403"/>
                  </a:cubicBezTo>
                  <a:cubicBezTo>
                    <a:pt x="0" y="2177"/>
                    <a:pt x="440" y="2826"/>
                    <a:pt x="963" y="2826"/>
                  </a:cubicBezTo>
                  <a:cubicBezTo>
                    <a:pt x="1507" y="2826"/>
                    <a:pt x="1946" y="2177"/>
                    <a:pt x="1946" y="1403"/>
                  </a:cubicBezTo>
                  <a:cubicBezTo>
                    <a:pt x="1946" y="629"/>
                    <a:pt x="1507" y="1"/>
                    <a:pt x="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" name="Google Shape;640;p66"/>
            <p:cNvSpPr/>
            <p:nvPr/>
          </p:nvSpPr>
          <p:spPr>
            <a:xfrm>
              <a:off x="4949600" y="2978575"/>
              <a:ext cx="48675" cy="70650"/>
            </a:xfrm>
            <a:custGeom>
              <a:avLst/>
              <a:gdLst/>
              <a:ahLst/>
              <a:cxnLst/>
              <a:rect l="l" t="t" r="r" b="b"/>
              <a:pathLst>
                <a:path w="1947" h="2826" extrusionOk="0">
                  <a:moveTo>
                    <a:pt x="963" y="1"/>
                  </a:moveTo>
                  <a:cubicBezTo>
                    <a:pt x="440" y="1"/>
                    <a:pt x="0" y="628"/>
                    <a:pt x="0" y="1403"/>
                  </a:cubicBezTo>
                  <a:cubicBezTo>
                    <a:pt x="0" y="2177"/>
                    <a:pt x="440" y="2825"/>
                    <a:pt x="963" y="2825"/>
                  </a:cubicBezTo>
                  <a:cubicBezTo>
                    <a:pt x="1507" y="2825"/>
                    <a:pt x="1946" y="2177"/>
                    <a:pt x="1946" y="1403"/>
                  </a:cubicBezTo>
                  <a:cubicBezTo>
                    <a:pt x="1946" y="628"/>
                    <a:pt x="1507" y="1"/>
                    <a:pt x="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" name="Google Shape;641;p66"/>
            <p:cNvSpPr/>
            <p:nvPr/>
          </p:nvSpPr>
          <p:spPr>
            <a:xfrm>
              <a:off x="1720550" y="2352950"/>
              <a:ext cx="230725" cy="696275"/>
            </a:xfrm>
            <a:custGeom>
              <a:avLst/>
              <a:gdLst/>
              <a:ahLst/>
              <a:cxnLst/>
              <a:rect l="l" t="t" r="r" b="b"/>
              <a:pathLst>
                <a:path w="9229" h="27851" extrusionOk="0">
                  <a:moveTo>
                    <a:pt x="6152" y="1"/>
                  </a:moveTo>
                  <a:cubicBezTo>
                    <a:pt x="2763" y="1"/>
                    <a:pt x="1" y="6236"/>
                    <a:pt x="1" y="13915"/>
                  </a:cubicBezTo>
                  <a:cubicBezTo>
                    <a:pt x="1" y="21615"/>
                    <a:pt x="2763" y="27850"/>
                    <a:pt x="6152" y="27850"/>
                  </a:cubicBezTo>
                  <a:lnTo>
                    <a:pt x="9228" y="27850"/>
                  </a:lnTo>
                  <a:cubicBezTo>
                    <a:pt x="5838" y="27850"/>
                    <a:pt x="3077" y="21615"/>
                    <a:pt x="3077" y="13915"/>
                  </a:cubicBezTo>
                  <a:cubicBezTo>
                    <a:pt x="3077" y="6236"/>
                    <a:pt x="5838" y="1"/>
                    <a:pt x="9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" name="Google Shape;642;p66"/>
            <p:cNvSpPr/>
            <p:nvPr/>
          </p:nvSpPr>
          <p:spPr>
            <a:xfrm>
              <a:off x="1874350" y="2352950"/>
              <a:ext cx="231225" cy="696275"/>
            </a:xfrm>
            <a:custGeom>
              <a:avLst/>
              <a:gdLst/>
              <a:ahLst/>
              <a:cxnLst/>
              <a:rect l="l" t="t" r="r" b="b"/>
              <a:pathLst>
                <a:path w="9249" h="27851" extrusionOk="0">
                  <a:moveTo>
                    <a:pt x="6152" y="1"/>
                  </a:moveTo>
                  <a:cubicBezTo>
                    <a:pt x="2762" y="1"/>
                    <a:pt x="0" y="6236"/>
                    <a:pt x="0" y="13915"/>
                  </a:cubicBezTo>
                  <a:cubicBezTo>
                    <a:pt x="0" y="21615"/>
                    <a:pt x="2762" y="27850"/>
                    <a:pt x="6152" y="27850"/>
                  </a:cubicBezTo>
                  <a:lnTo>
                    <a:pt x="9249" y="27850"/>
                  </a:lnTo>
                  <a:cubicBezTo>
                    <a:pt x="5838" y="27850"/>
                    <a:pt x="3076" y="21615"/>
                    <a:pt x="3076" y="13915"/>
                  </a:cubicBezTo>
                  <a:cubicBezTo>
                    <a:pt x="3076" y="6236"/>
                    <a:pt x="5838" y="1"/>
                    <a:pt x="92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" name="Google Shape;643;p66"/>
            <p:cNvSpPr/>
            <p:nvPr/>
          </p:nvSpPr>
          <p:spPr>
            <a:xfrm>
              <a:off x="4408036" y="2610309"/>
              <a:ext cx="285848" cy="333099"/>
            </a:xfrm>
            <a:custGeom>
              <a:avLst/>
              <a:gdLst/>
              <a:ahLst/>
              <a:cxnLst/>
              <a:rect l="l" t="t" r="r" b="b"/>
              <a:pathLst>
                <a:path w="6089" h="8266" extrusionOk="0">
                  <a:moveTo>
                    <a:pt x="0" y="1"/>
                  </a:moveTo>
                  <a:lnTo>
                    <a:pt x="0" y="8266"/>
                  </a:lnTo>
                  <a:lnTo>
                    <a:pt x="3034" y="6634"/>
                  </a:lnTo>
                  <a:lnTo>
                    <a:pt x="6089" y="8266"/>
                  </a:lnTo>
                  <a:lnTo>
                    <a:pt x="60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" name="Google Shape;644;p66"/>
            <p:cNvSpPr/>
            <p:nvPr/>
          </p:nvSpPr>
          <p:spPr>
            <a:xfrm>
              <a:off x="1374800" y="3745425"/>
              <a:ext cx="1771725" cy="275175"/>
            </a:xfrm>
            <a:custGeom>
              <a:avLst/>
              <a:gdLst/>
              <a:ahLst/>
              <a:cxnLst/>
              <a:rect l="l" t="t" r="r" b="b"/>
              <a:pathLst>
                <a:path w="70869" h="11007" extrusionOk="0">
                  <a:moveTo>
                    <a:pt x="6026" y="1"/>
                  </a:moveTo>
                  <a:cubicBezTo>
                    <a:pt x="3055" y="1"/>
                    <a:pt x="586" y="4708"/>
                    <a:pt x="0" y="11006"/>
                  </a:cubicBezTo>
                  <a:lnTo>
                    <a:pt x="64843" y="11006"/>
                  </a:lnTo>
                  <a:cubicBezTo>
                    <a:pt x="65449" y="4708"/>
                    <a:pt x="67918" y="1"/>
                    <a:pt x="708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" name="Google Shape;645;p66"/>
            <p:cNvSpPr/>
            <p:nvPr/>
          </p:nvSpPr>
          <p:spPr>
            <a:xfrm>
              <a:off x="3146500" y="3745425"/>
              <a:ext cx="5250" cy="550"/>
            </a:xfrm>
            <a:custGeom>
              <a:avLst/>
              <a:gdLst/>
              <a:ahLst/>
              <a:cxnLst/>
              <a:rect l="l" t="t" r="r" b="b"/>
              <a:pathLst>
                <a:path w="210" h="22" extrusionOk="0">
                  <a:moveTo>
                    <a:pt x="1" y="1"/>
                  </a:moveTo>
                  <a:cubicBezTo>
                    <a:pt x="84" y="1"/>
                    <a:pt x="147" y="1"/>
                    <a:pt x="210" y="22"/>
                  </a:cubicBezTo>
                  <a:lnTo>
                    <a:pt x="210" y="1"/>
                  </a:ln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" name="Google Shape;646;p66"/>
            <p:cNvSpPr/>
            <p:nvPr/>
          </p:nvSpPr>
          <p:spPr>
            <a:xfrm>
              <a:off x="3146500" y="4441650"/>
              <a:ext cx="5250" cy="25"/>
            </a:xfrm>
            <a:custGeom>
              <a:avLst/>
              <a:gdLst/>
              <a:ahLst/>
              <a:cxnLst/>
              <a:rect l="l" t="t" r="r" b="b"/>
              <a:pathLst>
                <a:path w="210" h="1" extrusionOk="0">
                  <a:moveTo>
                    <a:pt x="210" y="1"/>
                  </a:moveTo>
                  <a:cubicBezTo>
                    <a:pt x="147" y="1"/>
                    <a:pt x="84" y="1"/>
                    <a:pt x="1" y="1"/>
                  </a:cubicBezTo>
                  <a:lnTo>
                    <a:pt x="210" y="1"/>
                  </a:ln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" name="Google Shape;647;p66"/>
            <p:cNvSpPr/>
            <p:nvPr/>
          </p:nvSpPr>
          <p:spPr>
            <a:xfrm>
              <a:off x="3187825" y="3049200"/>
              <a:ext cx="1326575" cy="70625"/>
            </a:xfrm>
            <a:custGeom>
              <a:avLst/>
              <a:gdLst/>
              <a:ahLst/>
              <a:cxnLst/>
              <a:rect l="l" t="t" r="r" b="b"/>
              <a:pathLst>
                <a:path w="53063" h="2825" extrusionOk="0">
                  <a:moveTo>
                    <a:pt x="1" y="0"/>
                  </a:moveTo>
                  <a:lnTo>
                    <a:pt x="1" y="2825"/>
                  </a:lnTo>
                  <a:lnTo>
                    <a:pt x="52079" y="2825"/>
                  </a:lnTo>
                  <a:cubicBezTo>
                    <a:pt x="52623" y="2825"/>
                    <a:pt x="53042" y="2197"/>
                    <a:pt x="53042" y="1402"/>
                  </a:cubicBezTo>
                  <a:cubicBezTo>
                    <a:pt x="53063" y="628"/>
                    <a:pt x="52623" y="0"/>
                    <a:pt x="52079" y="0"/>
                  </a:cubicBez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" name="Google Shape;648;p66"/>
            <p:cNvSpPr/>
            <p:nvPr/>
          </p:nvSpPr>
          <p:spPr>
            <a:xfrm>
              <a:off x="3215550" y="3119825"/>
              <a:ext cx="1215175" cy="160075"/>
            </a:xfrm>
            <a:custGeom>
              <a:avLst/>
              <a:gdLst/>
              <a:ahLst/>
              <a:cxnLst/>
              <a:rect l="l" t="t" r="r" b="b"/>
              <a:pathLst>
                <a:path w="48607" h="6403" extrusionOk="0">
                  <a:moveTo>
                    <a:pt x="2135" y="0"/>
                  </a:moveTo>
                  <a:cubicBezTo>
                    <a:pt x="1193" y="0"/>
                    <a:pt x="377" y="2636"/>
                    <a:pt x="0" y="6403"/>
                  </a:cubicBezTo>
                  <a:lnTo>
                    <a:pt x="46472" y="6403"/>
                  </a:lnTo>
                  <a:cubicBezTo>
                    <a:pt x="46848" y="2615"/>
                    <a:pt x="47664" y="0"/>
                    <a:pt x="4860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" name="Google Shape;649;p66"/>
            <p:cNvSpPr/>
            <p:nvPr/>
          </p:nvSpPr>
          <p:spPr>
            <a:xfrm>
              <a:off x="2015050" y="4261200"/>
              <a:ext cx="1859625" cy="347875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74280" y="0"/>
                  </a:moveTo>
                  <a:lnTo>
                    <a:pt x="4060" y="7407"/>
                  </a:lnTo>
                  <a:cubicBezTo>
                    <a:pt x="2679" y="7491"/>
                    <a:pt x="1507" y="8370"/>
                    <a:pt x="1068" y="9688"/>
                  </a:cubicBezTo>
                  <a:lnTo>
                    <a:pt x="168" y="12262"/>
                  </a:lnTo>
                  <a:cubicBezTo>
                    <a:pt x="1" y="12743"/>
                    <a:pt x="147" y="13266"/>
                    <a:pt x="524" y="13601"/>
                  </a:cubicBezTo>
                  <a:cubicBezTo>
                    <a:pt x="754" y="13810"/>
                    <a:pt x="1047" y="13915"/>
                    <a:pt x="1340" y="13915"/>
                  </a:cubicBezTo>
                  <a:cubicBezTo>
                    <a:pt x="1528" y="13915"/>
                    <a:pt x="1717" y="13873"/>
                    <a:pt x="1905" y="13789"/>
                  </a:cubicBezTo>
                  <a:cubicBezTo>
                    <a:pt x="3328" y="13078"/>
                    <a:pt x="5713" y="11466"/>
                    <a:pt x="6131" y="8370"/>
                  </a:cubicBezTo>
                  <a:lnTo>
                    <a:pt x="74384" y="1172"/>
                  </a:lnTo>
                  <a:lnTo>
                    <a:pt x="742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" name="Google Shape;650;p66"/>
            <p:cNvSpPr/>
            <p:nvPr/>
          </p:nvSpPr>
          <p:spPr>
            <a:xfrm>
              <a:off x="2205975" y="4261200"/>
              <a:ext cx="1859625" cy="347875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126" y="0"/>
                  </a:moveTo>
                  <a:lnTo>
                    <a:pt x="1" y="1172"/>
                  </a:lnTo>
                  <a:lnTo>
                    <a:pt x="68254" y="8370"/>
                  </a:lnTo>
                  <a:cubicBezTo>
                    <a:pt x="68672" y="11466"/>
                    <a:pt x="71058" y="13078"/>
                    <a:pt x="72480" y="13789"/>
                  </a:cubicBezTo>
                  <a:cubicBezTo>
                    <a:pt x="72669" y="13873"/>
                    <a:pt x="72857" y="13915"/>
                    <a:pt x="73045" y="13915"/>
                  </a:cubicBezTo>
                  <a:cubicBezTo>
                    <a:pt x="73338" y="13915"/>
                    <a:pt x="73631" y="13810"/>
                    <a:pt x="73861" y="13601"/>
                  </a:cubicBezTo>
                  <a:cubicBezTo>
                    <a:pt x="74238" y="13266"/>
                    <a:pt x="74384" y="12743"/>
                    <a:pt x="74217" y="12262"/>
                  </a:cubicBezTo>
                  <a:lnTo>
                    <a:pt x="73317" y="9688"/>
                  </a:lnTo>
                  <a:cubicBezTo>
                    <a:pt x="72878" y="8370"/>
                    <a:pt x="71706" y="7491"/>
                    <a:pt x="70325" y="7407"/>
                  </a:cubicBezTo>
                  <a:lnTo>
                    <a:pt x="126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" name="Google Shape;651;p66"/>
            <p:cNvSpPr/>
            <p:nvPr/>
          </p:nvSpPr>
          <p:spPr>
            <a:xfrm>
              <a:off x="3119300" y="4282875"/>
              <a:ext cx="42925" cy="78025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537" y="1"/>
                  </a:moveTo>
                  <a:cubicBezTo>
                    <a:pt x="511" y="1"/>
                    <a:pt x="485" y="4"/>
                    <a:pt x="461" y="12"/>
                  </a:cubicBezTo>
                  <a:cubicBezTo>
                    <a:pt x="105" y="96"/>
                    <a:pt x="1" y="870"/>
                    <a:pt x="231" y="1728"/>
                  </a:cubicBezTo>
                  <a:cubicBezTo>
                    <a:pt x="425" y="2523"/>
                    <a:pt x="852" y="3120"/>
                    <a:pt x="1197" y="3120"/>
                  </a:cubicBezTo>
                  <a:cubicBezTo>
                    <a:pt x="1224" y="3120"/>
                    <a:pt x="1251" y="3116"/>
                    <a:pt x="1277" y="3109"/>
                  </a:cubicBezTo>
                  <a:cubicBezTo>
                    <a:pt x="1612" y="3025"/>
                    <a:pt x="1716" y="2251"/>
                    <a:pt x="1486" y="1393"/>
                  </a:cubicBezTo>
                  <a:cubicBezTo>
                    <a:pt x="1292" y="598"/>
                    <a:pt x="865" y="1"/>
                    <a:pt x="53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" name="Google Shape;652;p66"/>
            <p:cNvSpPr/>
            <p:nvPr/>
          </p:nvSpPr>
          <p:spPr>
            <a:xfrm>
              <a:off x="2918425" y="4282875"/>
              <a:ext cx="42925" cy="78025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1197" y="1"/>
                  </a:moveTo>
                  <a:cubicBezTo>
                    <a:pt x="852" y="1"/>
                    <a:pt x="425" y="598"/>
                    <a:pt x="231" y="1393"/>
                  </a:cubicBezTo>
                  <a:cubicBezTo>
                    <a:pt x="1" y="2251"/>
                    <a:pt x="105" y="3025"/>
                    <a:pt x="461" y="3109"/>
                  </a:cubicBezTo>
                  <a:cubicBezTo>
                    <a:pt x="486" y="3116"/>
                    <a:pt x="511" y="3120"/>
                    <a:pt x="537" y="3120"/>
                  </a:cubicBezTo>
                  <a:cubicBezTo>
                    <a:pt x="865" y="3120"/>
                    <a:pt x="1293" y="2523"/>
                    <a:pt x="1486" y="1728"/>
                  </a:cubicBezTo>
                  <a:cubicBezTo>
                    <a:pt x="1717" y="870"/>
                    <a:pt x="1612" y="96"/>
                    <a:pt x="1277" y="12"/>
                  </a:cubicBezTo>
                  <a:cubicBezTo>
                    <a:pt x="1251" y="4"/>
                    <a:pt x="1224" y="1"/>
                    <a:pt x="119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" name="Google Shape;653;p66"/>
            <p:cNvSpPr/>
            <p:nvPr/>
          </p:nvSpPr>
          <p:spPr>
            <a:xfrm>
              <a:off x="2902750" y="4179075"/>
              <a:ext cx="275150" cy="182575"/>
            </a:xfrm>
            <a:custGeom>
              <a:avLst/>
              <a:gdLst/>
              <a:ahLst/>
              <a:cxnLst/>
              <a:rect l="l" t="t" r="r" b="b"/>
              <a:pathLst>
                <a:path w="11006" h="7303" extrusionOk="0">
                  <a:moveTo>
                    <a:pt x="5503" y="0"/>
                  </a:moveTo>
                  <a:cubicBezTo>
                    <a:pt x="4080" y="0"/>
                    <a:pt x="2909" y="482"/>
                    <a:pt x="2009" y="1423"/>
                  </a:cubicBezTo>
                  <a:cubicBezTo>
                    <a:pt x="0" y="3515"/>
                    <a:pt x="147" y="7156"/>
                    <a:pt x="147" y="7303"/>
                  </a:cubicBezTo>
                  <a:lnTo>
                    <a:pt x="1339" y="7261"/>
                  </a:lnTo>
                  <a:cubicBezTo>
                    <a:pt x="1318" y="7219"/>
                    <a:pt x="1214" y="3955"/>
                    <a:pt x="2867" y="2239"/>
                  </a:cubicBezTo>
                  <a:cubicBezTo>
                    <a:pt x="3536" y="1528"/>
                    <a:pt x="4394" y="1172"/>
                    <a:pt x="5503" y="1172"/>
                  </a:cubicBezTo>
                  <a:cubicBezTo>
                    <a:pt x="6612" y="1172"/>
                    <a:pt x="7470" y="1528"/>
                    <a:pt x="8160" y="2239"/>
                  </a:cubicBezTo>
                  <a:cubicBezTo>
                    <a:pt x="9813" y="3955"/>
                    <a:pt x="9688" y="7219"/>
                    <a:pt x="9688" y="7261"/>
                  </a:cubicBezTo>
                  <a:lnTo>
                    <a:pt x="10860" y="7303"/>
                  </a:lnTo>
                  <a:cubicBezTo>
                    <a:pt x="10860" y="7156"/>
                    <a:pt x="11006" y="3515"/>
                    <a:pt x="9018" y="1423"/>
                  </a:cubicBezTo>
                  <a:cubicBezTo>
                    <a:pt x="8119" y="482"/>
                    <a:pt x="6926" y="0"/>
                    <a:pt x="5503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" name="Google Shape;654;p66"/>
            <p:cNvSpPr/>
            <p:nvPr/>
          </p:nvSpPr>
          <p:spPr>
            <a:xfrm>
              <a:off x="2207550" y="3913875"/>
              <a:ext cx="723475" cy="723975"/>
            </a:xfrm>
            <a:custGeom>
              <a:avLst/>
              <a:gdLst/>
              <a:ahLst/>
              <a:cxnLst/>
              <a:rect l="l" t="t" r="r" b="b"/>
              <a:pathLst>
                <a:path w="28939" h="28959" extrusionOk="0">
                  <a:moveTo>
                    <a:pt x="14459" y="0"/>
                  </a:moveTo>
                  <a:cubicBezTo>
                    <a:pt x="6466" y="0"/>
                    <a:pt x="1" y="6486"/>
                    <a:pt x="1" y="14479"/>
                  </a:cubicBezTo>
                  <a:cubicBezTo>
                    <a:pt x="1" y="22472"/>
                    <a:pt x="6466" y="28958"/>
                    <a:pt x="14459" y="28958"/>
                  </a:cubicBezTo>
                  <a:cubicBezTo>
                    <a:pt x="22473" y="28958"/>
                    <a:pt x="28938" y="22472"/>
                    <a:pt x="28938" y="14479"/>
                  </a:cubicBezTo>
                  <a:cubicBezTo>
                    <a:pt x="28938" y="6486"/>
                    <a:pt x="22473" y="0"/>
                    <a:pt x="144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5" name="Google Shape;655;p66"/>
            <p:cNvSpPr/>
            <p:nvPr/>
          </p:nvSpPr>
          <p:spPr>
            <a:xfrm>
              <a:off x="2207550" y="3914350"/>
              <a:ext cx="458250" cy="457775"/>
            </a:xfrm>
            <a:custGeom>
              <a:avLst/>
              <a:gdLst/>
              <a:ahLst/>
              <a:cxnLst/>
              <a:rect l="l" t="t" r="r" b="b"/>
              <a:pathLst>
                <a:path w="18330" h="18311" extrusionOk="0">
                  <a:moveTo>
                    <a:pt x="14661" y="0"/>
                  </a:moveTo>
                  <a:cubicBezTo>
                    <a:pt x="14594" y="0"/>
                    <a:pt x="14526" y="1"/>
                    <a:pt x="14459" y="2"/>
                  </a:cubicBezTo>
                  <a:cubicBezTo>
                    <a:pt x="13999" y="2"/>
                    <a:pt x="13559" y="23"/>
                    <a:pt x="13099" y="65"/>
                  </a:cubicBezTo>
                  <a:lnTo>
                    <a:pt x="63" y="13100"/>
                  </a:lnTo>
                  <a:cubicBezTo>
                    <a:pt x="22" y="13540"/>
                    <a:pt x="1" y="14000"/>
                    <a:pt x="1" y="14460"/>
                  </a:cubicBezTo>
                  <a:cubicBezTo>
                    <a:pt x="1" y="15799"/>
                    <a:pt x="168" y="17097"/>
                    <a:pt x="503" y="18310"/>
                  </a:cubicBezTo>
                  <a:lnTo>
                    <a:pt x="18330" y="504"/>
                  </a:lnTo>
                  <a:cubicBezTo>
                    <a:pt x="17157" y="186"/>
                    <a:pt x="15929" y="0"/>
                    <a:pt x="146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6" name="Google Shape;656;p66"/>
            <p:cNvSpPr/>
            <p:nvPr/>
          </p:nvSpPr>
          <p:spPr>
            <a:xfrm>
              <a:off x="2239475" y="3946300"/>
              <a:ext cx="526250" cy="526250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25" y="21049"/>
                  </a:cubicBezTo>
                  <a:lnTo>
                    <a:pt x="21049" y="1026"/>
                  </a:lnTo>
                  <a:cubicBezTo>
                    <a:pt x="20463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7" name="Google Shape;657;p66"/>
            <p:cNvSpPr/>
            <p:nvPr/>
          </p:nvSpPr>
          <p:spPr>
            <a:xfrm>
              <a:off x="2192375" y="3899225"/>
              <a:ext cx="753800" cy="753275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7" y="1193"/>
                  </a:moveTo>
                  <a:cubicBezTo>
                    <a:pt x="22745" y="1193"/>
                    <a:pt x="28959" y="7407"/>
                    <a:pt x="28959" y="15065"/>
                  </a:cubicBezTo>
                  <a:cubicBezTo>
                    <a:pt x="28959" y="22723"/>
                    <a:pt x="22745" y="28958"/>
                    <a:pt x="15087" y="28958"/>
                  </a:cubicBezTo>
                  <a:cubicBezTo>
                    <a:pt x="7429" y="28958"/>
                    <a:pt x="1194" y="22723"/>
                    <a:pt x="1194" y="15065"/>
                  </a:cubicBezTo>
                  <a:cubicBezTo>
                    <a:pt x="1194" y="7407"/>
                    <a:pt x="7408" y="1193"/>
                    <a:pt x="15087" y="1193"/>
                  </a:cubicBezTo>
                  <a:close/>
                  <a:moveTo>
                    <a:pt x="15087" y="0"/>
                  </a:moveTo>
                  <a:cubicBezTo>
                    <a:pt x="6759" y="0"/>
                    <a:pt x="1" y="6759"/>
                    <a:pt x="1" y="15065"/>
                  </a:cubicBezTo>
                  <a:cubicBezTo>
                    <a:pt x="1" y="23372"/>
                    <a:pt x="6759" y="30130"/>
                    <a:pt x="15087" y="30130"/>
                  </a:cubicBezTo>
                  <a:cubicBezTo>
                    <a:pt x="23394" y="30130"/>
                    <a:pt x="30152" y="23372"/>
                    <a:pt x="30152" y="15065"/>
                  </a:cubicBezTo>
                  <a:cubicBezTo>
                    <a:pt x="30152" y="6759"/>
                    <a:pt x="23394" y="0"/>
                    <a:pt x="15087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8" name="Google Shape;658;p66"/>
            <p:cNvSpPr/>
            <p:nvPr/>
          </p:nvSpPr>
          <p:spPr>
            <a:xfrm>
              <a:off x="3149650" y="3913875"/>
              <a:ext cx="723450" cy="723975"/>
            </a:xfrm>
            <a:custGeom>
              <a:avLst/>
              <a:gdLst/>
              <a:ahLst/>
              <a:cxnLst/>
              <a:rect l="l" t="t" r="r" b="b"/>
              <a:pathLst>
                <a:path w="28938" h="28959" extrusionOk="0">
                  <a:moveTo>
                    <a:pt x="14479" y="0"/>
                  </a:moveTo>
                  <a:cubicBezTo>
                    <a:pt x="6466" y="0"/>
                    <a:pt x="0" y="6486"/>
                    <a:pt x="0" y="14479"/>
                  </a:cubicBezTo>
                  <a:cubicBezTo>
                    <a:pt x="0" y="22472"/>
                    <a:pt x="6466" y="28958"/>
                    <a:pt x="14479" y="28958"/>
                  </a:cubicBezTo>
                  <a:cubicBezTo>
                    <a:pt x="22472" y="28958"/>
                    <a:pt x="28937" y="22472"/>
                    <a:pt x="28937" y="14479"/>
                  </a:cubicBezTo>
                  <a:cubicBezTo>
                    <a:pt x="28937" y="6486"/>
                    <a:pt x="22472" y="0"/>
                    <a:pt x="144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9" name="Google Shape;659;p66"/>
            <p:cNvSpPr/>
            <p:nvPr/>
          </p:nvSpPr>
          <p:spPr>
            <a:xfrm>
              <a:off x="3149125" y="3914350"/>
              <a:ext cx="458775" cy="457775"/>
            </a:xfrm>
            <a:custGeom>
              <a:avLst/>
              <a:gdLst/>
              <a:ahLst/>
              <a:cxnLst/>
              <a:rect l="l" t="t" r="r" b="b"/>
              <a:pathLst>
                <a:path w="18351" h="18311" extrusionOk="0">
                  <a:moveTo>
                    <a:pt x="14681" y="0"/>
                  </a:moveTo>
                  <a:cubicBezTo>
                    <a:pt x="14614" y="0"/>
                    <a:pt x="14547" y="1"/>
                    <a:pt x="14479" y="2"/>
                  </a:cubicBezTo>
                  <a:cubicBezTo>
                    <a:pt x="14019" y="2"/>
                    <a:pt x="13580" y="23"/>
                    <a:pt x="13119" y="65"/>
                  </a:cubicBezTo>
                  <a:lnTo>
                    <a:pt x="84" y="13100"/>
                  </a:lnTo>
                  <a:cubicBezTo>
                    <a:pt x="21" y="13540"/>
                    <a:pt x="0" y="14000"/>
                    <a:pt x="0" y="14460"/>
                  </a:cubicBezTo>
                  <a:cubicBezTo>
                    <a:pt x="0" y="15799"/>
                    <a:pt x="189" y="17097"/>
                    <a:pt x="523" y="18310"/>
                  </a:cubicBezTo>
                  <a:lnTo>
                    <a:pt x="18350" y="504"/>
                  </a:lnTo>
                  <a:cubicBezTo>
                    <a:pt x="17178" y="186"/>
                    <a:pt x="15949" y="0"/>
                    <a:pt x="14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0" name="Google Shape;660;p66"/>
            <p:cNvSpPr/>
            <p:nvPr/>
          </p:nvSpPr>
          <p:spPr>
            <a:xfrm>
              <a:off x="3181550" y="3946300"/>
              <a:ext cx="526250" cy="526250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47" y="21049"/>
                  </a:cubicBezTo>
                  <a:lnTo>
                    <a:pt x="21050" y="1026"/>
                  </a:lnTo>
                  <a:cubicBezTo>
                    <a:pt x="20464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1" name="Google Shape;661;p66"/>
            <p:cNvSpPr/>
            <p:nvPr/>
          </p:nvSpPr>
          <p:spPr>
            <a:xfrm>
              <a:off x="3134475" y="3899225"/>
              <a:ext cx="753800" cy="753275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6" y="1193"/>
                  </a:moveTo>
                  <a:cubicBezTo>
                    <a:pt x="22744" y="1193"/>
                    <a:pt x="28959" y="7407"/>
                    <a:pt x="28959" y="15065"/>
                  </a:cubicBezTo>
                  <a:cubicBezTo>
                    <a:pt x="28959" y="22723"/>
                    <a:pt x="22744" y="28958"/>
                    <a:pt x="15086" y="28958"/>
                  </a:cubicBezTo>
                  <a:cubicBezTo>
                    <a:pt x="7428" y="28958"/>
                    <a:pt x="1193" y="22723"/>
                    <a:pt x="1193" y="15065"/>
                  </a:cubicBezTo>
                  <a:cubicBezTo>
                    <a:pt x="1193" y="7407"/>
                    <a:pt x="7428" y="1193"/>
                    <a:pt x="15086" y="1193"/>
                  </a:cubicBezTo>
                  <a:close/>
                  <a:moveTo>
                    <a:pt x="15086" y="0"/>
                  </a:moveTo>
                  <a:cubicBezTo>
                    <a:pt x="6759" y="0"/>
                    <a:pt x="0" y="6759"/>
                    <a:pt x="0" y="15065"/>
                  </a:cubicBezTo>
                  <a:cubicBezTo>
                    <a:pt x="0" y="23372"/>
                    <a:pt x="6759" y="30130"/>
                    <a:pt x="15086" y="30130"/>
                  </a:cubicBezTo>
                  <a:cubicBezTo>
                    <a:pt x="23393" y="30130"/>
                    <a:pt x="30151" y="23372"/>
                    <a:pt x="30151" y="15065"/>
                  </a:cubicBezTo>
                  <a:cubicBezTo>
                    <a:pt x="30151" y="6759"/>
                    <a:pt x="23393" y="0"/>
                    <a:pt x="15086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2" name="Google Shape;662;p66"/>
            <p:cNvSpPr/>
            <p:nvPr/>
          </p:nvSpPr>
          <p:spPr>
            <a:xfrm>
              <a:off x="2167800" y="4241325"/>
              <a:ext cx="53900" cy="69600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1381" y="0"/>
                  </a:moveTo>
                  <a:cubicBezTo>
                    <a:pt x="607" y="0"/>
                    <a:pt x="0" y="628"/>
                    <a:pt x="0" y="1381"/>
                  </a:cubicBezTo>
                  <a:cubicBezTo>
                    <a:pt x="0" y="2155"/>
                    <a:pt x="607" y="2783"/>
                    <a:pt x="1381" y="2783"/>
                  </a:cubicBezTo>
                  <a:cubicBezTo>
                    <a:pt x="2156" y="2783"/>
                    <a:pt x="1381" y="2155"/>
                    <a:pt x="1381" y="1381"/>
                  </a:cubicBezTo>
                  <a:cubicBezTo>
                    <a:pt x="1381" y="628"/>
                    <a:pt x="2156" y="0"/>
                    <a:pt x="1381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3" name="Google Shape;663;p66"/>
            <p:cNvSpPr/>
            <p:nvPr/>
          </p:nvSpPr>
          <p:spPr>
            <a:xfrm>
              <a:off x="3858950" y="4241325"/>
              <a:ext cx="53900" cy="69600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775" y="0"/>
                  </a:moveTo>
                  <a:cubicBezTo>
                    <a:pt x="1" y="0"/>
                    <a:pt x="775" y="628"/>
                    <a:pt x="775" y="1381"/>
                  </a:cubicBezTo>
                  <a:cubicBezTo>
                    <a:pt x="775" y="2155"/>
                    <a:pt x="1" y="2783"/>
                    <a:pt x="775" y="2783"/>
                  </a:cubicBezTo>
                  <a:cubicBezTo>
                    <a:pt x="1549" y="2783"/>
                    <a:pt x="2156" y="2155"/>
                    <a:pt x="2156" y="1381"/>
                  </a:cubicBezTo>
                  <a:cubicBezTo>
                    <a:pt x="2156" y="628"/>
                    <a:pt x="1549" y="0"/>
                    <a:pt x="775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64" name="Google Shape;664;p66"/>
          <p:cNvSpPr/>
          <p:nvPr/>
        </p:nvSpPr>
        <p:spPr>
          <a:xfrm>
            <a:off x="796907" y="2141070"/>
            <a:ext cx="292121" cy="292121"/>
          </a:xfrm>
          <a:custGeom>
            <a:avLst/>
            <a:gdLst/>
            <a:ahLst/>
            <a:cxnLst/>
            <a:rect l="l" t="t" r="r" b="b"/>
            <a:pathLst>
              <a:path w="7994" h="7994" extrusionOk="0">
                <a:moveTo>
                  <a:pt x="3997" y="0"/>
                </a:moveTo>
                <a:cubicBezTo>
                  <a:pt x="3537" y="0"/>
                  <a:pt x="3160" y="377"/>
                  <a:pt x="3160" y="837"/>
                </a:cubicBezTo>
                <a:lnTo>
                  <a:pt x="3160" y="3160"/>
                </a:lnTo>
                <a:lnTo>
                  <a:pt x="858" y="3160"/>
                </a:lnTo>
                <a:cubicBezTo>
                  <a:pt x="377" y="3160"/>
                  <a:pt x="1" y="3536"/>
                  <a:pt x="1" y="3997"/>
                </a:cubicBezTo>
                <a:cubicBezTo>
                  <a:pt x="1" y="4457"/>
                  <a:pt x="377" y="4834"/>
                  <a:pt x="858" y="4834"/>
                </a:cubicBezTo>
                <a:lnTo>
                  <a:pt x="3160" y="4834"/>
                </a:lnTo>
                <a:lnTo>
                  <a:pt x="3160" y="7156"/>
                </a:lnTo>
                <a:cubicBezTo>
                  <a:pt x="3160" y="7617"/>
                  <a:pt x="3537" y="7993"/>
                  <a:pt x="3997" y="7993"/>
                </a:cubicBezTo>
                <a:cubicBezTo>
                  <a:pt x="4457" y="7993"/>
                  <a:pt x="4855" y="7617"/>
                  <a:pt x="4855" y="7156"/>
                </a:cubicBezTo>
                <a:lnTo>
                  <a:pt x="4855" y="4834"/>
                </a:lnTo>
                <a:lnTo>
                  <a:pt x="7156" y="4834"/>
                </a:lnTo>
                <a:cubicBezTo>
                  <a:pt x="7617" y="4834"/>
                  <a:pt x="7993" y="4457"/>
                  <a:pt x="7993" y="3997"/>
                </a:cubicBezTo>
                <a:cubicBezTo>
                  <a:pt x="7993" y="3536"/>
                  <a:pt x="7617" y="3160"/>
                  <a:pt x="7156" y="3160"/>
                </a:cubicBezTo>
                <a:lnTo>
                  <a:pt x="4855" y="3160"/>
                </a:lnTo>
                <a:lnTo>
                  <a:pt x="4855" y="837"/>
                </a:lnTo>
                <a:cubicBezTo>
                  <a:pt x="4855" y="377"/>
                  <a:pt x="4457" y="0"/>
                  <a:pt x="3997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5" name="Google Shape;665;p66"/>
          <p:cNvSpPr/>
          <p:nvPr/>
        </p:nvSpPr>
        <p:spPr>
          <a:xfrm>
            <a:off x="4514114" y="3300129"/>
            <a:ext cx="353398" cy="353314"/>
          </a:xfrm>
          <a:custGeom>
            <a:avLst/>
            <a:gdLst/>
            <a:ahLst/>
            <a:cxnLst/>
            <a:rect l="l" t="t" r="r" b="b"/>
            <a:pathLst>
              <a:path w="2931" h="2930" extrusionOk="0">
                <a:moveTo>
                  <a:pt x="1466" y="0"/>
                </a:moveTo>
                <a:cubicBezTo>
                  <a:pt x="1298" y="0"/>
                  <a:pt x="1152" y="147"/>
                  <a:pt x="1152" y="314"/>
                </a:cubicBezTo>
                <a:lnTo>
                  <a:pt x="1152" y="1172"/>
                </a:lnTo>
                <a:lnTo>
                  <a:pt x="315" y="1172"/>
                </a:lnTo>
                <a:cubicBezTo>
                  <a:pt x="147" y="1172"/>
                  <a:pt x="1" y="1298"/>
                  <a:pt x="1" y="1465"/>
                </a:cubicBezTo>
                <a:cubicBezTo>
                  <a:pt x="1" y="1632"/>
                  <a:pt x="147" y="1779"/>
                  <a:pt x="315" y="1779"/>
                </a:cubicBezTo>
                <a:lnTo>
                  <a:pt x="1152" y="1779"/>
                </a:lnTo>
                <a:lnTo>
                  <a:pt x="1152" y="2637"/>
                </a:lnTo>
                <a:cubicBezTo>
                  <a:pt x="1152" y="2804"/>
                  <a:pt x="1298" y="2930"/>
                  <a:pt x="1466" y="2930"/>
                </a:cubicBezTo>
                <a:cubicBezTo>
                  <a:pt x="1633" y="2930"/>
                  <a:pt x="1779" y="2804"/>
                  <a:pt x="1779" y="2637"/>
                </a:cubicBezTo>
                <a:lnTo>
                  <a:pt x="1779" y="1779"/>
                </a:lnTo>
                <a:lnTo>
                  <a:pt x="2616" y="1779"/>
                </a:lnTo>
                <a:cubicBezTo>
                  <a:pt x="2805" y="1779"/>
                  <a:pt x="2930" y="1632"/>
                  <a:pt x="2930" y="1465"/>
                </a:cubicBezTo>
                <a:cubicBezTo>
                  <a:pt x="2930" y="1298"/>
                  <a:pt x="2805" y="1172"/>
                  <a:pt x="2616" y="1172"/>
                </a:cubicBezTo>
                <a:lnTo>
                  <a:pt x="1779" y="1172"/>
                </a:lnTo>
                <a:lnTo>
                  <a:pt x="1779" y="314"/>
                </a:lnTo>
                <a:cubicBezTo>
                  <a:pt x="1779" y="147"/>
                  <a:pt x="1633" y="0"/>
                  <a:pt x="1466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6" name="Google Shape;666;p66"/>
          <p:cNvSpPr/>
          <p:nvPr/>
        </p:nvSpPr>
        <p:spPr>
          <a:xfrm>
            <a:off x="1103517" y="463547"/>
            <a:ext cx="577253" cy="577221"/>
          </a:xfrm>
          <a:custGeom>
            <a:avLst/>
            <a:gdLst/>
            <a:ahLst/>
            <a:cxnLst/>
            <a:rect l="l" t="t" r="r" b="b"/>
            <a:pathLst>
              <a:path w="4207" h="4207" extrusionOk="0">
                <a:moveTo>
                  <a:pt x="2093" y="1"/>
                </a:moveTo>
                <a:cubicBezTo>
                  <a:pt x="1863" y="1"/>
                  <a:pt x="1654" y="210"/>
                  <a:pt x="1654" y="440"/>
                </a:cubicBezTo>
                <a:lnTo>
                  <a:pt x="1654" y="1675"/>
                </a:lnTo>
                <a:lnTo>
                  <a:pt x="440" y="1675"/>
                </a:lnTo>
                <a:cubicBezTo>
                  <a:pt x="189" y="1675"/>
                  <a:pt x="1" y="1863"/>
                  <a:pt x="1" y="2114"/>
                </a:cubicBezTo>
                <a:cubicBezTo>
                  <a:pt x="1" y="2344"/>
                  <a:pt x="189" y="2553"/>
                  <a:pt x="440" y="2553"/>
                </a:cubicBezTo>
                <a:lnTo>
                  <a:pt x="1654" y="2553"/>
                </a:lnTo>
                <a:lnTo>
                  <a:pt x="1654" y="3767"/>
                </a:lnTo>
                <a:cubicBezTo>
                  <a:pt x="1654" y="4018"/>
                  <a:pt x="1863" y="4206"/>
                  <a:pt x="2093" y="4206"/>
                </a:cubicBezTo>
                <a:cubicBezTo>
                  <a:pt x="2344" y="4206"/>
                  <a:pt x="2533" y="4018"/>
                  <a:pt x="2533" y="3767"/>
                </a:cubicBezTo>
                <a:lnTo>
                  <a:pt x="2533" y="2553"/>
                </a:lnTo>
                <a:lnTo>
                  <a:pt x="3767" y="2553"/>
                </a:lnTo>
                <a:cubicBezTo>
                  <a:pt x="3997" y="2553"/>
                  <a:pt x="4206" y="2344"/>
                  <a:pt x="4206" y="2114"/>
                </a:cubicBezTo>
                <a:cubicBezTo>
                  <a:pt x="4206" y="1863"/>
                  <a:pt x="4018" y="1675"/>
                  <a:pt x="3767" y="1675"/>
                </a:cubicBezTo>
                <a:lnTo>
                  <a:pt x="2533" y="1675"/>
                </a:lnTo>
                <a:lnTo>
                  <a:pt x="2533" y="440"/>
                </a:lnTo>
                <a:cubicBezTo>
                  <a:pt x="2533" y="210"/>
                  <a:pt x="2344" y="1"/>
                  <a:pt x="2093" y="1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C238D-30BB-56DD-C69C-FB03982F0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160" y="300930"/>
            <a:ext cx="6988585" cy="723845"/>
          </a:xfrm>
        </p:spPr>
        <p:txBody>
          <a:bodyPr/>
          <a:lstStyle/>
          <a:p>
            <a:pPr algn="l"/>
            <a:r>
              <a:rPr lang="ru-RU" sz="3200" dirty="0">
                <a:solidFill>
                  <a:schemeClr val="accent4">
                    <a:lumMod val="75000"/>
                  </a:schemeClr>
                </a:solidFill>
              </a:rPr>
              <a:t>Цели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548C6-F5BC-0A3C-477F-97824ED645AA}"/>
              </a:ext>
            </a:extLst>
          </p:cNvPr>
          <p:cNvSpPr txBox="1"/>
          <p:nvPr/>
        </p:nvSpPr>
        <p:spPr>
          <a:xfrm>
            <a:off x="264159" y="1024775"/>
            <a:ext cx="86156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b="0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Создать приложение, предназначенное для любителей чтения и коллекционеров книг. </a:t>
            </a:r>
            <a:endParaRPr lang="en-US" b="0" i="0" u="none" strike="noStrike" dirty="0">
              <a:solidFill>
                <a:schemeClr val="accent3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Цель</a:t>
            </a:r>
            <a:r>
              <a:rPr lang="ru-RU" b="0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— обеспечить удобное управление личной библиотекой, позволяющее хранить информацию о прочитанных и желаемых книгах, а также делать заметки и вести учет коллекции.</a:t>
            </a:r>
            <a:endParaRPr lang="ru-RU" b="0" dirty="0">
              <a:solidFill>
                <a:schemeClr val="accent3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br>
              <a:rPr lang="ru-RU" dirty="0">
                <a:solidFill>
                  <a:schemeClr val="accent3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ru-RU" dirty="0">
              <a:solidFill>
                <a:schemeClr val="accent3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7CEA0B6-961B-82D7-E212-4CCB4A6D37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4159" y="1964859"/>
            <a:ext cx="8615681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600" b="1" kern="12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Основные задачи проекта</a:t>
            </a:r>
            <a:r>
              <a:rPr lang="ru-RU" altLang="ru-RU" sz="1600" b="1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endParaRPr lang="en-US" altLang="ru-RU" sz="1600" b="1" dirty="0">
              <a:solidFill>
                <a:schemeClr val="accent3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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Организация чтения: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обеспечить возможность чтения книг непосредственно внутри сервиса с функцией закладок.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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Управление контентом: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реализовать инструменты для хранения, добавления, скачивания и систематизации книг.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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Навигация и поиск: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внедрить систему фильтрации (по жанрам, авторам, статусам) и поиск по ключевым словам или описанию.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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Персонализация: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создать личный кабинет с гибкой настройкой статусов («читаю», «прочитано», «</a:t>
            </a:r>
            <a:r>
              <a:rPr lang="ru-RU" altLang="ru-RU" sz="16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желаемое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») и возможностью ведения заметок и оценок.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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Аналитика и статистика: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разработать систему отслеживания прогресса чтения, активности пользователей</a:t>
            </a:r>
            <a:r>
              <a:rPr lang="ru-RU" altLang="ru-RU" sz="16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 ведения статистики скачиваний.</a:t>
            </a:r>
          </a:p>
        </p:txBody>
      </p:sp>
    </p:spTree>
    <p:extLst>
      <p:ext uri="{BB962C8B-B14F-4D97-AF65-F5344CB8AC3E}">
        <p14:creationId xmlns:p14="http://schemas.microsoft.com/office/powerpoint/2010/main" val="192215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4F12BF-3454-74E3-715E-5ABB421CBF59}"/>
              </a:ext>
            </a:extLst>
          </p:cNvPr>
          <p:cNvSpPr>
            <a:spLocks noGrp="1"/>
          </p:cNvSpPr>
          <p:nvPr>
            <p:ph type="title" idx="15"/>
          </p:nvPr>
        </p:nvSpPr>
        <p:spPr>
          <a:xfrm>
            <a:off x="714150" y="424905"/>
            <a:ext cx="7715700" cy="365700"/>
          </a:xfrm>
        </p:spPr>
        <p:txBody>
          <a:bodyPr/>
          <a:lstStyle/>
          <a:p>
            <a:pPr algn="l"/>
            <a:r>
              <a:rPr lang="ru-RU" sz="3200" dirty="0">
                <a:solidFill>
                  <a:schemeClr val="accent4">
                    <a:lumMod val="75000"/>
                  </a:schemeClr>
                </a:solidFill>
              </a:rPr>
              <a:t>Диаграмма</a:t>
            </a: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 Ганта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34083B6-F6B9-A194-B2D8-8378E8E756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50"/>
          <a:stretch/>
        </p:blipFill>
        <p:spPr>
          <a:xfrm>
            <a:off x="1492907" y="861725"/>
            <a:ext cx="6158185" cy="394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63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4F12BF-3454-74E3-715E-5ABB421CBF59}"/>
              </a:ext>
            </a:extLst>
          </p:cNvPr>
          <p:cNvSpPr>
            <a:spLocks noGrp="1"/>
          </p:cNvSpPr>
          <p:nvPr>
            <p:ph type="title" idx="15"/>
          </p:nvPr>
        </p:nvSpPr>
        <p:spPr/>
        <p:txBody>
          <a:bodyPr/>
          <a:lstStyle/>
          <a:p>
            <a:pPr algn="l"/>
            <a:r>
              <a:rPr lang="ru-RU" sz="3200" dirty="0">
                <a:solidFill>
                  <a:schemeClr val="accent4">
                    <a:lumMod val="75000"/>
                  </a:schemeClr>
                </a:solidFill>
              </a:rPr>
              <a:t>Диаграмма</a:t>
            </a: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 связей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3011F1B-CEFC-8723-0C4F-4B974FC74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03" t="2965" r="4644" b="2705"/>
          <a:stretch/>
        </p:blipFill>
        <p:spPr>
          <a:xfrm>
            <a:off x="2222810" y="1107688"/>
            <a:ext cx="4698380" cy="3612996"/>
          </a:xfrm>
          <a:prstGeom prst="rect">
            <a:avLst/>
          </a:pr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321603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4F12BF-3454-74E3-715E-5ABB421CB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731" y="242025"/>
            <a:ext cx="7614535" cy="365700"/>
          </a:xfrm>
        </p:spPr>
        <p:txBody>
          <a:bodyPr/>
          <a:lstStyle/>
          <a:p>
            <a:pPr algn="l"/>
            <a:r>
              <a:rPr lang="ru-RU" sz="3200" dirty="0">
                <a:solidFill>
                  <a:schemeClr val="accent4">
                    <a:lumMod val="75000"/>
                  </a:schemeClr>
                </a:solidFill>
              </a:rPr>
              <a:t>Диаграмма</a:t>
            </a: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 сценариев использования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F85F8C6-6ECC-D4D4-A355-57C49D061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49" y="716212"/>
            <a:ext cx="2811698" cy="418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4C370E-56AC-47C6-99A5-B135C26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Интерактивный прототип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795CCA-65E3-5B3B-B034-2E7013A75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38" y="1252997"/>
            <a:ext cx="8383124" cy="306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4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DD3A5-FA33-9052-8AB7-71337460D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25" y="204090"/>
            <a:ext cx="5484300" cy="727200"/>
          </a:xfrm>
        </p:spPr>
        <p:txBody>
          <a:bodyPr/>
          <a:lstStyle/>
          <a:p>
            <a:r>
              <a:rPr lang="ru-RU" dirty="0"/>
              <a:t>Макеты основных страниц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9C44C0-D765-41DE-7F61-3B3A563418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5697" y="903221"/>
            <a:ext cx="6886543" cy="364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81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2A5DC47A-255A-9E93-4C27-1C7F8799A863}"/>
              </a:ext>
            </a:extLst>
          </p:cNvPr>
          <p:cNvSpPr>
            <a:spLocks noGrp="1"/>
          </p:cNvSpPr>
          <p:nvPr>
            <p:ph type="title" idx="15"/>
          </p:nvPr>
        </p:nvSpPr>
        <p:spPr>
          <a:xfrm>
            <a:off x="499920" y="428625"/>
            <a:ext cx="5482800" cy="727200"/>
          </a:xfrm>
        </p:spPr>
        <p:txBody>
          <a:bodyPr/>
          <a:lstStyle/>
          <a:p>
            <a:pPr algn="l"/>
            <a:r>
              <a:rPr lang="en-US" dirty="0"/>
              <a:t>ERD </a:t>
            </a:r>
            <a:r>
              <a:rPr lang="ru-RU" dirty="0"/>
              <a:t>диаграмма</a:t>
            </a:r>
          </a:p>
        </p:txBody>
      </p:sp>
      <p:pic>
        <p:nvPicPr>
          <p:cNvPr id="3" name="Рисунок 2" descr="Изображение выглядит как текст, снимок экрана, число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DA6F6FB-9918-45D7-378E-DE8512041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432" y="998220"/>
            <a:ext cx="6147136" cy="392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34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725DB47F-01C6-2146-3B5D-7F041B257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7227" y="0"/>
            <a:ext cx="7049545" cy="914400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accent4">
                    <a:lumMod val="75000"/>
                  </a:schemeClr>
                </a:solidFill>
              </a:rPr>
              <a:t>Средства разработки</a:t>
            </a:r>
          </a:p>
        </p:txBody>
      </p:sp>
      <p:sp>
        <p:nvSpPr>
          <p:cNvPr id="19" name="Подзаголовок 18">
            <a:extLst>
              <a:ext uri="{FF2B5EF4-FFF2-40B4-BE49-F238E27FC236}">
                <a16:creationId xmlns:a16="http://schemas.microsoft.com/office/drawing/2014/main" id="{E2D7F687-DAAD-4FEC-39DA-30E571681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870" y="4275159"/>
            <a:ext cx="1322624" cy="451384"/>
          </a:xfrm>
        </p:spPr>
        <p:txBody>
          <a:bodyPr/>
          <a:lstStyle/>
          <a:p>
            <a:pPr marL="0" indent="0" algn="ctr"/>
            <a:r>
              <a:rPr lang="en-US" dirty="0"/>
              <a:t>Frontend</a:t>
            </a:r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5423A9D-B3E0-FF86-4470-424A103F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05" r="73598"/>
          <a:stretch/>
        </p:blipFill>
        <p:spPr>
          <a:xfrm>
            <a:off x="719399" y="1524598"/>
            <a:ext cx="810686" cy="9144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4F497B8-FDC2-3EA0-2786-59205FF26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374" t="17905"/>
          <a:stretch/>
        </p:blipFill>
        <p:spPr>
          <a:xfrm>
            <a:off x="1718913" y="1524598"/>
            <a:ext cx="848263" cy="9144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A6DEBC4-DB1D-8475-9CAF-102E6EE1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24" t="17905" r="36433"/>
          <a:stretch/>
        </p:blipFill>
        <p:spPr>
          <a:xfrm>
            <a:off x="2756004" y="1524598"/>
            <a:ext cx="854927" cy="914400"/>
          </a:xfrm>
          <a:prstGeom prst="rect">
            <a:avLst/>
          </a:prstGeom>
        </p:spPr>
      </p:pic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493D0DD0-72FD-BD90-974B-41640CC05C6A}"/>
              </a:ext>
            </a:extLst>
          </p:cNvPr>
          <p:cNvCxnSpPr/>
          <p:nvPr/>
        </p:nvCxnSpPr>
        <p:spPr>
          <a:xfrm>
            <a:off x="4505094" y="1073214"/>
            <a:ext cx="0" cy="322641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050" name="Picture 2" descr="Изображение пина-истории">
            <a:extLst>
              <a:ext uri="{FF2B5EF4-FFF2-40B4-BE49-F238E27FC236}">
                <a16:creationId xmlns:a16="http://schemas.microsoft.com/office/drawing/2014/main" id="{E187BCA5-7D07-7E27-AA42-69D1101594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537" t="14767" r="20465" b="27843"/>
          <a:stretch/>
        </p:blipFill>
        <p:spPr bwMode="auto">
          <a:xfrm>
            <a:off x="1066443" y="2765852"/>
            <a:ext cx="892096" cy="88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A7E6CD4-5A16-31F6-7A86-6FCBD1E58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80" b="99457" l="9783" r="89946">
                        <a14:foregroundMark x1="38859" y1="11051" x2="48098" y2="15942"/>
                        <a14:foregroundMark x1="54620" y1="11413" x2="52174" y2="25362"/>
                        <a14:foregroundMark x1="34647" y1="3080" x2="43614" y2="3261"/>
                        <a14:foregroundMark x1="31522" y1="92935" x2="39810" y2="95109"/>
                        <a14:foregroundMark x1="36549" y1="99457" x2="36549" y2="994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035" y="2826627"/>
            <a:ext cx="1060150" cy="79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Подзаголовок 18">
            <a:extLst>
              <a:ext uri="{FF2B5EF4-FFF2-40B4-BE49-F238E27FC236}">
                <a16:creationId xmlns:a16="http://schemas.microsoft.com/office/drawing/2014/main" id="{600E7A17-36F8-5761-0A0A-A8499F3C1313}"/>
              </a:ext>
            </a:extLst>
          </p:cNvPr>
          <p:cNvSpPr txBox="1">
            <a:spLocks/>
          </p:cNvSpPr>
          <p:nvPr/>
        </p:nvSpPr>
        <p:spPr>
          <a:xfrm>
            <a:off x="893987" y="3644964"/>
            <a:ext cx="1272195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100" dirty="0"/>
              <a:t>Visual Studio Code</a:t>
            </a:r>
            <a:endParaRPr lang="ru-RU" sz="1100" dirty="0"/>
          </a:p>
        </p:txBody>
      </p:sp>
      <p:sp>
        <p:nvSpPr>
          <p:cNvPr id="25" name="Подзаголовок 18">
            <a:extLst>
              <a:ext uri="{FF2B5EF4-FFF2-40B4-BE49-F238E27FC236}">
                <a16:creationId xmlns:a16="http://schemas.microsoft.com/office/drawing/2014/main" id="{87DB3A2B-FA42-2E57-164F-6BF9A2465B66}"/>
              </a:ext>
            </a:extLst>
          </p:cNvPr>
          <p:cNvSpPr txBox="1">
            <a:spLocks/>
          </p:cNvSpPr>
          <p:nvPr/>
        </p:nvSpPr>
        <p:spPr>
          <a:xfrm>
            <a:off x="2211012" y="3644964"/>
            <a:ext cx="1272195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100" dirty="0"/>
              <a:t>Figma</a:t>
            </a:r>
            <a:endParaRPr lang="ru-RU" sz="1100" dirty="0"/>
          </a:p>
        </p:txBody>
      </p:sp>
      <p:sp>
        <p:nvSpPr>
          <p:cNvPr id="26" name="Подзаголовок 18">
            <a:extLst>
              <a:ext uri="{FF2B5EF4-FFF2-40B4-BE49-F238E27FC236}">
                <a16:creationId xmlns:a16="http://schemas.microsoft.com/office/drawing/2014/main" id="{679F42A0-844D-EC19-427E-D1681D6EA891}"/>
              </a:ext>
            </a:extLst>
          </p:cNvPr>
          <p:cNvSpPr txBox="1">
            <a:spLocks/>
          </p:cNvSpPr>
          <p:nvPr/>
        </p:nvSpPr>
        <p:spPr>
          <a:xfrm>
            <a:off x="446718" y="1073214"/>
            <a:ext cx="1272195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100" dirty="0"/>
              <a:t>HTML</a:t>
            </a:r>
            <a:endParaRPr lang="ru-RU" sz="1100" dirty="0"/>
          </a:p>
        </p:txBody>
      </p:sp>
      <p:sp>
        <p:nvSpPr>
          <p:cNvPr id="27" name="Подзаголовок 18">
            <a:extLst>
              <a:ext uri="{FF2B5EF4-FFF2-40B4-BE49-F238E27FC236}">
                <a16:creationId xmlns:a16="http://schemas.microsoft.com/office/drawing/2014/main" id="{7DC34748-AF83-2FD9-A188-20911923B532}"/>
              </a:ext>
            </a:extLst>
          </p:cNvPr>
          <p:cNvSpPr txBox="1">
            <a:spLocks/>
          </p:cNvSpPr>
          <p:nvPr/>
        </p:nvSpPr>
        <p:spPr>
          <a:xfrm>
            <a:off x="1529897" y="1073214"/>
            <a:ext cx="1272195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100" dirty="0"/>
              <a:t>CSS</a:t>
            </a:r>
            <a:endParaRPr lang="ru-RU" sz="1100" dirty="0"/>
          </a:p>
        </p:txBody>
      </p:sp>
      <p:sp>
        <p:nvSpPr>
          <p:cNvPr id="28" name="Подзаголовок 18">
            <a:extLst>
              <a:ext uri="{FF2B5EF4-FFF2-40B4-BE49-F238E27FC236}">
                <a16:creationId xmlns:a16="http://schemas.microsoft.com/office/drawing/2014/main" id="{57306019-1394-0E0D-1665-82988A48208C}"/>
              </a:ext>
            </a:extLst>
          </p:cNvPr>
          <p:cNvSpPr txBox="1">
            <a:spLocks/>
          </p:cNvSpPr>
          <p:nvPr/>
        </p:nvSpPr>
        <p:spPr>
          <a:xfrm>
            <a:off x="2547369" y="1073214"/>
            <a:ext cx="1272195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100" dirty="0"/>
              <a:t>JavaScript</a:t>
            </a:r>
            <a:endParaRPr lang="ru-RU" sz="1100" dirty="0"/>
          </a:p>
        </p:txBody>
      </p:sp>
      <p:sp>
        <p:nvSpPr>
          <p:cNvPr id="29" name="Подзаголовок 18">
            <a:extLst>
              <a:ext uri="{FF2B5EF4-FFF2-40B4-BE49-F238E27FC236}">
                <a16:creationId xmlns:a16="http://schemas.microsoft.com/office/drawing/2014/main" id="{9B9501A4-A130-B2D0-2F48-754CC4524FCE}"/>
              </a:ext>
            </a:extLst>
          </p:cNvPr>
          <p:cNvSpPr txBox="1">
            <a:spLocks/>
          </p:cNvSpPr>
          <p:nvPr/>
        </p:nvSpPr>
        <p:spPr>
          <a:xfrm>
            <a:off x="6088021" y="4275159"/>
            <a:ext cx="1322624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dirty="0"/>
              <a:t>Backend</a:t>
            </a:r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A6B3EB-8073-BE6F-0DAB-AAA57424B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495" b="96603" l="3261" r="98234">
                        <a14:foregroundMark x1="5027" y1="43342" x2="3668" y2="58016"/>
                        <a14:foregroundMark x1="3668" y1="58016" x2="3261" y2="58016"/>
                        <a14:foregroundMark x1="49728" y1="7337" x2="59375" y2="4755"/>
                        <a14:foregroundMark x1="59375" y1="4755" x2="59375" y2="4755"/>
                        <a14:foregroundMark x1="48234" y1="1495" x2="50136" y2="1495"/>
                        <a14:foregroundMark x1="39538" y1="64810" x2="45788" y2="88723"/>
                        <a14:foregroundMark x1="45788" y1="88723" x2="58832" y2="92255"/>
                        <a14:foregroundMark x1="58832" y1="92255" x2="58696" y2="91304"/>
                        <a14:foregroundMark x1="56114" y1="64946" x2="83152" y2="52174"/>
                        <a14:foregroundMark x1="83152" y1="52174" x2="84103" y2="48641"/>
                        <a14:foregroundMark x1="83016" y1="28668" x2="94429" y2="44022"/>
                        <a14:foregroundMark x1="94429" y1="44022" x2="94429" y2="44973"/>
                        <a14:foregroundMark x1="85326" y1="63859" x2="94429" y2="50408"/>
                        <a14:foregroundMark x1="94429" y1="50408" x2="94565" y2="48505"/>
                        <a14:foregroundMark x1="54212" y1="53940" x2="43614" y2="53533"/>
                        <a14:foregroundMark x1="43614" y1="53533" x2="30571" y2="57337"/>
                        <a14:foregroundMark x1="30571" y1="57337" x2="29484" y2="60190"/>
                        <a14:foregroundMark x1="32337" y1="94429" x2="47690" y2="96739"/>
                        <a14:foregroundMark x1="47690" y1="96739" x2="55163" y2="96603"/>
                        <a14:foregroundMark x1="77038" y1="43207" x2="76902" y2="43750"/>
                        <a14:foregroundMark x1="97554" y1="39538" x2="98234" y2="53397"/>
                        <a14:foregroundMark x1="30978" y1="55163" x2="33560" y2="54348"/>
                        <a14:foregroundMark x1="31386" y1="54484" x2="33152" y2="536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896" y="1476203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E439F67-1ABA-7583-5B40-4E32F922F8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333" b="90000" l="4701" r="95299">
                        <a14:foregroundMark x1="14530" y1="11333" x2="16239" y2="38000"/>
                        <a14:foregroundMark x1="5128" y1="19333" x2="11538" y2="29667"/>
                        <a14:foregroundMark x1="21795" y1="14000" x2="36325" y2="57667"/>
                        <a14:foregroundMark x1="36325" y1="57667" x2="36325" y2="57667"/>
                        <a14:foregroundMark x1="14957" y1="38000" x2="57692" y2="62000"/>
                        <a14:foregroundMark x1="57692" y1="62000" x2="66667" y2="65667"/>
                        <a14:foregroundMark x1="93162" y1="64667" x2="95726" y2="64000"/>
                        <a14:foregroundMark x1="12393" y1="2333" x2="14957" y2="9333"/>
                        <a14:foregroundMark x1="21795" y1="9000" x2="23077" y2="13333"/>
                        <a14:foregroundMark x1="18376" y1="10000" x2="20085" y2="18000"/>
                        <a14:foregroundMark x1="13248" y1="43000" x2="30769" y2="56667"/>
                        <a14:foregroundMark x1="29915" y1="58667" x2="24359" y2="55667"/>
                        <a14:foregroundMark x1="41880" y1="64667" x2="41880" y2="64667"/>
                        <a14:foregroundMark x1="59402" y1="67667" x2="59402" y2="67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50" t="-2442" r="1150" b="24842"/>
          <a:stretch/>
        </p:blipFill>
        <p:spPr bwMode="auto">
          <a:xfrm>
            <a:off x="5224772" y="1476203"/>
            <a:ext cx="887296" cy="88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72E4294E-EBB3-0735-B74E-C253D6266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561" y="2681544"/>
            <a:ext cx="9144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51F66B9-22A5-E74C-09D9-E59592AA61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918" b="89946" l="8832" r="89946">
                        <a14:foregroundMark x1="8832" y1="42391" x2="8967" y2="44701"/>
                        <a14:foregroundMark x1="34783" y1="34918" x2="28261" y2="43071"/>
                        <a14:backgroundMark x1="36821" y1="35734" x2="36821" y2="35734"/>
                        <a14:backgroundMark x1="32201" y1="50815" x2="32201" y2="50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370" r="54590" b="32611"/>
          <a:stretch/>
        </p:blipFill>
        <p:spPr bwMode="auto">
          <a:xfrm>
            <a:off x="6844007" y="2615351"/>
            <a:ext cx="1118894" cy="101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одзаголовок 18">
            <a:extLst>
              <a:ext uri="{FF2B5EF4-FFF2-40B4-BE49-F238E27FC236}">
                <a16:creationId xmlns:a16="http://schemas.microsoft.com/office/drawing/2014/main" id="{FB7B273E-1745-E932-0072-C780D6715772}"/>
              </a:ext>
            </a:extLst>
          </p:cNvPr>
          <p:cNvSpPr txBox="1">
            <a:spLocks/>
          </p:cNvSpPr>
          <p:nvPr/>
        </p:nvSpPr>
        <p:spPr>
          <a:xfrm>
            <a:off x="4783397" y="1073214"/>
            <a:ext cx="1272195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100" dirty="0"/>
              <a:t>Flask</a:t>
            </a:r>
            <a:endParaRPr lang="ru-RU" sz="1100" dirty="0"/>
          </a:p>
        </p:txBody>
      </p:sp>
      <p:sp>
        <p:nvSpPr>
          <p:cNvPr id="7" name="Подзаголовок 18">
            <a:extLst>
              <a:ext uri="{FF2B5EF4-FFF2-40B4-BE49-F238E27FC236}">
                <a16:creationId xmlns:a16="http://schemas.microsoft.com/office/drawing/2014/main" id="{D385949D-9E44-5BE9-53D4-89525AB4E3E5}"/>
              </a:ext>
            </a:extLst>
          </p:cNvPr>
          <p:cNvSpPr txBox="1">
            <a:spLocks/>
          </p:cNvSpPr>
          <p:nvPr/>
        </p:nvSpPr>
        <p:spPr>
          <a:xfrm>
            <a:off x="6088021" y="1072008"/>
            <a:ext cx="1272195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100" dirty="0"/>
              <a:t>Python</a:t>
            </a:r>
            <a:endParaRPr lang="ru-RU" sz="1100" dirty="0"/>
          </a:p>
        </p:txBody>
      </p:sp>
      <p:sp>
        <p:nvSpPr>
          <p:cNvPr id="8" name="Подзаголовок 18">
            <a:extLst>
              <a:ext uri="{FF2B5EF4-FFF2-40B4-BE49-F238E27FC236}">
                <a16:creationId xmlns:a16="http://schemas.microsoft.com/office/drawing/2014/main" id="{311C8D8C-3CE9-5A38-EE12-AB292ADA432C}"/>
              </a:ext>
            </a:extLst>
          </p:cNvPr>
          <p:cNvSpPr txBox="1">
            <a:spLocks/>
          </p:cNvSpPr>
          <p:nvPr/>
        </p:nvSpPr>
        <p:spPr>
          <a:xfrm>
            <a:off x="5345952" y="3595945"/>
            <a:ext cx="1272195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100" dirty="0"/>
              <a:t>PyCharm</a:t>
            </a:r>
            <a:endParaRPr lang="ru-RU" sz="1100" dirty="0"/>
          </a:p>
        </p:txBody>
      </p:sp>
      <p:sp>
        <p:nvSpPr>
          <p:cNvPr id="9" name="Подзаголовок 18">
            <a:extLst>
              <a:ext uri="{FF2B5EF4-FFF2-40B4-BE49-F238E27FC236}">
                <a16:creationId xmlns:a16="http://schemas.microsoft.com/office/drawing/2014/main" id="{8819CD78-A5B3-69A8-2795-B14F9DFB9817}"/>
              </a:ext>
            </a:extLst>
          </p:cNvPr>
          <p:cNvSpPr txBox="1">
            <a:spLocks/>
          </p:cNvSpPr>
          <p:nvPr/>
        </p:nvSpPr>
        <p:spPr>
          <a:xfrm>
            <a:off x="6749333" y="3595945"/>
            <a:ext cx="1272195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100" dirty="0"/>
              <a:t>SQLite</a:t>
            </a:r>
            <a:endParaRPr lang="ru-RU" sz="1100" dirty="0"/>
          </a:p>
        </p:txBody>
      </p:sp>
      <p:pic>
        <p:nvPicPr>
          <p:cNvPr id="11" name="Рисунок 10" descr="Изображение выглядит как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7507783-DF15-758E-F22A-D856C47515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80104" y="1363984"/>
            <a:ext cx="1065555" cy="1065555"/>
          </a:xfrm>
          <a:prstGeom prst="rect">
            <a:avLst/>
          </a:prstGeom>
        </p:spPr>
      </p:pic>
      <p:sp>
        <p:nvSpPr>
          <p:cNvPr id="12" name="Подзаголовок 18">
            <a:extLst>
              <a:ext uri="{FF2B5EF4-FFF2-40B4-BE49-F238E27FC236}">
                <a16:creationId xmlns:a16="http://schemas.microsoft.com/office/drawing/2014/main" id="{BAA03CCE-1C9B-36BC-1211-FB6FF03739AD}"/>
              </a:ext>
            </a:extLst>
          </p:cNvPr>
          <p:cNvSpPr txBox="1">
            <a:spLocks/>
          </p:cNvSpPr>
          <p:nvPr/>
        </p:nvSpPr>
        <p:spPr>
          <a:xfrm>
            <a:off x="7326803" y="1072008"/>
            <a:ext cx="1272195" cy="4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100" dirty="0"/>
              <a:t>Supbase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24920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0E39A3-4DEF-B164-C0A3-0DACE5DFD72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13120" y="274320"/>
            <a:ext cx="5482800" cy="727200"/>
          </a:xfrm>
        </p:spPr>
        <p:txBody>
          <a:bodyPr/>
          <a:lstStyle/>
          <a:p>
            <a:r>
              <a:rPr lang="ru-RU" sz="3200" dirty="0">
                <a:solidFill>
                  <a:schemeClr val="accent4">
                    <a:lumMod val="75000"/>
                  </a:schemeClr>
                </a:solidFill>
              </a:rPr>
              <a:t>Тест-план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B3DF74-D25B-D102-4762-D18EDDD073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3884" y="907615"/>
            <a:ext cx="3456231" cy="396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79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2A5DC47A-255A-9E93-4C27-1C7F8799A863}"/>
              </a:ext>
            </a:extLst>
          </p:cNvPr>
          <p:cNvSpPr>
            <a:spLocks noGrp="1"/>
          </p:cNvSpPr>
          <p:nvPr>
            <p:ph type="title" idx="15"/>
          </p:nvPr>
        </p:nvSpPr>
        <p:spPr>
          <a:xfrm>
            <a:off x="499920" y="428625"/>
            <a:ext cx="5482800" cy="727200"/>
          </a:xfrm>
        </p:spPr>
        <p:txBody>
          <a:bodyPr/>
          <a:lstStyle/>
          <a:p>
            <a:pPr algn="l"/>
            <a:r>
              <a:rPr lang="ru-RU" dirty="0"/>
              <a:t>Тест-кейсы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3DA0CF-245F-4165-23E0-24AB29F25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567" y="1155825"/>
            <a:ext cx="6033634" cy="3507553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094700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77"/>
          <p:cNvSpPr txBox="1">
            <a:spLocks noGrp="1"/>
          </p:cNvSpPr>
          <p:nvPr>
            <p:ph type="title"/>
          </p:nvPr>
        </p:nvSpPr>
        <p:spPr>
          <a:xfrm>
            <a:off x="424565" y="392226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Над проектом очень старалась команда</a:t>
            </a:r>
            <a:r>
              <a:rPr lang="ru-RU" dirty="0"/>
              <a:t>:</a:t>
            </a:r>
            <a:endParaRPr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AC805048-0BC2-5982-7E45-F01E5E7667F0}"/>
              </a:ext>
            </a:extLst>
          </p:cNvPr>
          <p:cNvCxnSpPr>
            <a:cxnSpLocks/>
          </p:cNvCxnSpPr>
          <p:nvPr/>
        </p:nvCxnSpPr>
        <p:spPr>
          <a:xfrm>
            <a:off x="2107607" y="1599954"/>
            <a:ext cx="361950" cy="255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027CDA6C-E3D4-C83B-3E72-F11DFBF1BB39}"/>
              </a:ext>
            </a:extLst>
          </p:cNvPr>
          <p:cNvCxnSpPr>
            <a:cxnSpLocks/>
          </p:cNvCxnSpPr>
          <p:nvPr/>
        </p:nvCxnSpPr>
        <p:spPr>
          <a:xfrm flipV="1">
            <a:off x="3408495" y="4114800"/>
            <a:ext cx="420169" cy="354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206ACB8-22BF-E359-D401-A921EA2F98D7}"/>
              </a:ext>
            </a:extLst>
          </p:cNvPr>
          <p:cNvCxnSpPr>
            <a:cxnSpLocks/>
          </p:cNvCxnSpPr>
          <p:nvPr/>
        </p:nvCxnSpPr>
        <p:spPr>
          <a:xfrm flipH="1">
            <a:off x="2284095" y="4469707"/>
            <a:ext cx="1124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EA37F98-1AC7-6736-4EDB-E4FB84CB3EDD}"/>
              </a:ext>
            </a:extLst>
          </p:cNvPr>
          <p:cNvCxnSpPr>
            <a:cxnSpLocks/>
          </p:cNvCxnSpPr>
          <p:nvPr/>
        </p:nvCxnSpPr>
        <p:spPr>
          <a:xfrm flipH="1" flipV="1">
            <a:off x="4774721" y="4229100"/>
            <a:ext cx="215824" cy="24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E7EABA4-A7B7-0CFB-26D6-35AA997CC2D9}"/>
              </a:ext>
            </a:extLst>
          </p:cNvPr>
          <p:cNvCxnSpPr>
            <a:cxnSpLocks/>
          </p:cNvCxnSpPr>
          <p:nvPr/>
        </p:nvCxnSpPr>
        <p:spPr>
          <a:xfrm>
            <a:off x="4990545" y="4469707"/>
            <a:ext cx="19207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07B6F297-6D82-71E4-4278-977F8A93F94E}"/>
              </a:ext>
            </a:extLst>
          </p:cNvPr>
          <p:cNvCxnSpPr>
            <a:cxnSpLocks/>
          </p:cNvCxnSpPr>
          <p:nvPr/>
        </p:nvCxnSpPr>
        <p:spPr>
          <a:xfrm flipH="1">
            <a:off x="6586045" y="1599954"/>
            <a:ext cx="301583" cy="255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Google Shape;1298;p77">
            <a:extLst>
              <a:ext uri="{FF2B5EF4-FFF2-40B4-BE49-F238E27FC236}">
                <a16:creationId xmlns:a16="http://schemas.microsoft.com/office/drawing/2014/main" id="{61A459BC-5E8C-A53F-7E3C-A7C152A8818A}"/>
              </a:ext>
            </a:extLst>
          </p:cNvPr>
          <p:cNvSpPr txBox="1">
            <a:spLocks/>
          </p:cNvSpPr>
          <p:nvPr/>
        </p:nvSpPr>
        <p:spPr>
          <a:xfrm>
            <a:off x="325907" y="985871"/>
            <a:ext cx="2139163" cy="76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1100" b="0" dirty="0">
                <a:latin typeface="Roboto" panose="02000000000000000000" pitchFamily="2" charset="0"/>
                <a:ea typeface="Roboto" panose="02000000000000000000" pitchFamily="2" charset="0"/>
              </a:rPr>
              <a:t>Татьяна Прапор</a:t>
            </a:r>
          </a:p>
          <a:p>
            <a:pPr algn="ctr"/>
            <a:r>
              <a:rPr lang="ru-RU" sz="1100" b="0" dirty="0">
                <a:latin typeface="Roboto" panose="02000000000000000000" pitchFamily="2" charset="0"/>
                <a:ea typeface="Roboto" panose="02000000000000000000" pitchFamily="2" charset="0"/>
              </a:rPr>
              <a:t>(самый лучший фронтенд разработчик)</a:t>
            </a:r>
          </a:p>
        </p:txBody>
      </p:sp>
      <p:sp>
        <p:nvSpPr>
          <p:cNvPr id="38" name="Google Shape;1298;p77">
            <a:extLst>
              <a:ext uri="{FF2B5EF4-FFF2-40B4-BE49-F238E27FC236}">
                <a16:creationId xmlns:a16="http://schemas.microsoft.com/office/drawing/2014/main" id="{79280563-3AC9-E7C8-F347-4DB94DA27D67}"/>
              </a:ext>
            </a:extLst>
          </p:cNvPr>
          <p:cNvSpPr txBox="1">
            <a:spLocks/>
          </p:cNvSpPr>
          <p:nvPr/>
        </p:nvSpPr>
        <p:spPr>
          <a:xfrm>
            <a:off x="6572595" y="3759534"/>
            <a:ext cx="1853125" cy="104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1100" b="0" dirty="0">
                <a:latin typeface="Roboto" panose="02000000000000000000" pitchFamily="2" charset="0"/>
                <a:ea typeface="Roboto" panose="02000000000000000000" pitchFamily="2" charset="0"/>
              </a:rPr>
              <a:t>Роман Шкипер</a:t>
            </a:r>
          </a:p>
          <a:p>
            <a:pPr algn="ctr"/>
            <a:r>
              <a:rPr lang="ru-RU" sz="1100" b="0" dirty="0">
                <a:latin typeface="Roboto" panose="02000000000000000000" pitchFamily="2" charset="0"/>
                <a:ea typeface="Roboto" panose="02000000000000000000" pitchFamily="2" charset="0"/>
              </a:rPr>
              <a:t>(дикий бэкенд разработчик)</a:t>
            </a:r>
          </a:p>
        </p:txBody>
      </p:sp>
      <p:sp>
        <p:nvSpPr>
          <p:cNvPr id="39" name="Google Shape;1298;p77">
            <a:extLst>
              <a:ext uri="{FF2B5EF4-FFF2-40B4-BE49-F238E27FC236}">
                <a16:creationId xmlns:a16="http://schemas.microsoft.com/office/drawing/2014/main" id="{3AB2F90B-5323-8CFA-7F6C-6BAAB890A8CD}"/>
              </a:ext>
            </a:extLst>
          </p:cNvPr>
          <p:cNvSpPr txBox="1">
            <a:spLocks/>
          </p:cNvSpPr>
          <p:nvPr/>
        </p:nvSpPr>
        <p:spPr>
          <a:xfrm>
            <a:off x="354770" y="3761907"/>
            <a:ext cx="2139163" cy="104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1100" b="0" dirty="0">
                <a:latin typeface="Roboto" panose="02000000000000000000" pitchFamily="2" charset="0"/>
                <a:ea typeface="Roboto" panose="02000000000000000000" pitchFamily="2" charset="0"/>
              </a:rPr>
              <a:t>Андрей Ковальский</a:t>
            </a:r>
          </a:p>
          <a:p>
            <a:pPr algn="ctr"/>
            <a:r>
              <a:rPr lang="ru-RU" sz="1100" b="0" dirty="0">
                <a:latin typeface="Roboto" panose="02000000000000000000" pitchFamily="2" charset="0"/>
                <a:ea typeface="Roboto" panose="02000000000000000000" pitchFamily="2" charset="0"/>
              </a:rPr>
              <a:t>(самый гениальный проджект менеджер)</a:t>
            </a:r>
          </a:p>
        </p:txBody>
      </p:sp>
      <p:sp>
        <p:nvSpPr>
          <p:cNvPr id="42" name="Google Shape;1298;p77">
            <a:extLst>
              <a:ext uri="{FF2B5EF4-FFF2-40B4-BE49-F238E27FC236}">
                <a16:creationId xmlns:a16="http://schemas.microsoft.com/office/drawing/2014/main" id="{63B244BE-F38D-E71A-6880-265CE905956F}"/>
              </a:ext>
            </a:extLst>
          </p:cNvPr>
          <p:cNvSpPr txBox="1">
            <a:spLocks/>
          </p:cNvSpPr>
          <p:nvPr/>
        </p:nvSpPr>
        <p:spPr>
          <a:xfrm>
            <a:off x="6615768" y="1026343"/>
            <a:ext cx="1853125" cy="51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ibre Baskerville"/>
              <a:buNone/>
              <a:defRPr sz="30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1100" b="0" dirty="0">
                <a:latin typeface="Roboto" panose="02000000000000000000" pitchFamily="2" charset="0"/>
                <a:ea typeface="Roboto" panose="02000000000000000000" pitchFamily="2" charset="0"/>
              </a:rPr>
              <a:t>Илья Рико</a:t>
            </a:r>
          </a:p>
          <a:p>
            <a:pPr algn="ctr"/>
            <a:r>
              <a:rPr lang="ru-RU" sz="1100" b="0" dirty="0">
                <a:latin typeface="Roboto" panose="02000000000000000000" pitchFamily="2" charset="0"/>
                <a:ea typeface="Roboto" panose="02000000000000000000" pitchFamily="2" charset="0"/>
              </a:rPr>
              <a:t>(супермегатестировщик)</a:t>
            </a:r>
          </a:p>
        </p:txBody>
      </p:sp>
      <p:pic>
        <p:nvPicPr>
          <p:cNvPr id="46" name="Рисунок 45" descr="Изображение выглядит как улыбка, Человеческое лицо, человек, Тетив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C280138-297A-EA75-ABAB-8104FEC35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640" y="1246177"/>
            <a:ext cx="4904952" cy="293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0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93"/>
          <p:cNvSpPr txBox="1">
            <a:spLocks noGrp="1"/>
          </p:cNvSpPr>
          <p:nvPr>
            <p:ph type="title"/>
          </p:nvPr>
        </p:nvSpPr>
        <p:spPr>
          <a:xfrm>
            <a:off x="1885020" y="1304550"/>
            <a:ext cx="5373960" cy="25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Спасибо за внимание!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7A71C3-5A01-B4A3-0730-AAD38A569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958" y="337199"/>
            <a:ext cx="5290937" cy="4469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neration of '27 by Slidesgo">
  <a:themeElements>
    <a:clrScheme name="Simple Light">
      <a:dk1>
        <a:srgbClr val="000000"/>
      </a:dk1>
      <a:lt1>
        <a:srgbClr val="FFFFFF"/>
      </a:lt1>
      <a:dk2>
        <a:srgbClr val="7F694C"/>
      </a:dk2>
      <a:lt2>
        <a:srgbClr val="E0DAC8"/>
      </a:lt2>
      <a:accent1>
        <a:srgbClr val="E7D8AC"/>
      </a:accent1>
      <a:accent2>
        <a:srgbClr val="BEB296"/>
      </a:accent2>
      <a:accent3>
        <a:srgbClr val="8A7C5C"/>
      </a:accent3>
      <a:accent4>
        <a:srgbClr val="BB9245"/>
      </a:accent4>
      <a:accent5>
        <a:srgbClr val="D8D0B7"/>
      </a:accent5>
      <a:accent6>
        <a:srgbClr val="FFF1C6"/>
      </a:accent6>
      <a:hlink>
        <a:srgbClr val="7F69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634939"/>
      </a:dk2>
      <a:lt2>
        <a:srgbClr val="F7F6F0"/>
      </a:lt2>
      <a:accent1>
        <a:srgbClr val="CEC4A5"/>
      </a:accent1>
      <a:accent2>
        <a:srgbClr val="A39372"/>
      </a:accent2>
      <a:accent3>
        <a:srgbClr val="634939"/>
      </a:accent3>
      <a:accent4>
        <a:srgbClr val="BB9245"/>
      </a:accent4>
      <a:accent5>
        <a:srgbClr val="DFD5BC"/>
      </a:accent5>
      <a:accent6>
        <a:srgbClr val="DFD5BC"/>
      </a:accent6>
      <a:hlink>
        <a:srgbClr val="BB924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230</Words>
  <Application>Microsoft Office PowerPoint</Application>
  <PresentationFormat>Экран (16:9)</PresentationFormat>
  <Paragraphs>44</Paragraphs>
  <Slides>13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Roboto</vt:lpstr>
      <vt:lpstr>Merriweather</vt:lpstr>
      <vt:lpstr>Symbol</vt:lpstr>
      <vt:lpstr>Libre Baskerville</vt:lpstr>
      <vt:lpstr>Generation of '27 by Slidesgo</vt:lpstr>
      <vt:lpstr>Simple Light</vt:lpstr>
      <vt:lpstr>Домашняя библиотека E-Book</vt:lpstr>
      <vt:lpstr>Цели проекта</vt:lpstr>
      <vt:lpstr>Диаграмма Ганта</vt:lpstr>
      <vt:lpstr>Диаграмма связей</vt:lpstr>
      <vt:lpstr>Диаграмма сценариев использования</vt:lpstr>
      <vt:lpstr>Интерактивный прототип</vt:lpstr>
      <vt:lpstr>Макеты основных страниц</vt:lpstr>
      <vt:lpstr>ERD диаграмма</vt:lpstr>
      <vt:lpstr>Средства разработки</vt:lpstr>
      <vt:lpstr>Тест-план</vt:lpstr>
      <vt:lpstr>Тест-кейсы</vt:lpstr>
      <vt:lpstr>Над проектом очень старалась команда: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Mr. Hrust</cp:lastModifiedBy>
  <cp:revision>18</cp:revision>
  <dcterms:modified xsi:type="dcterms:W3CDTF">2026-04-24T05:03:07Z</dcterms:modified>
</cp:coreProperties>
</file>